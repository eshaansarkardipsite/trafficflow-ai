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Alimama ShuHeiTi" charset="-122"/>
      <p:regular r:id="rId15"/>
    </p:embeddedFont>
    <p:embeddedFont>
      <p:font typeface="Liter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5824" autoAdjust="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1752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742369a8e2fa0878f5a367200a67ce8a3b83ca2d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112144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5000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336459" y="381000"/>
            <a:ext cx="1838325" cy="419100"/>
          </a:xfrm>
          <a:custGeom>
            <a:avLst/>
            <a:gdLst/>
            <a:ahLst/>
            <a:cxnLst/>
            <a:rect l="l" t="t" r="r" b="b"/>
            <a:pathLst>
              <a:path w="1838325" h="419100">
                <a:moveTo>
                  <a:pt x="0" y="0"/>
                </a:moveTo>
                <a:lnTo>
                  <a:pt x="1838325" y="0"/>
                </a:lnTo>
                <a:lnTo>
                  <a:pt x="18383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516393" y="502920"/>
            <a:ext cx="1654645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</a:rPr>
              <a:t>AXIORA 2026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1042035"/>
            <a:ext cx="914400" cy="76200"/>
          </a:xfrm>
          <a:custGeom>
            <a:avLst/>
            <a:gdLst/>
            <a:ahLst/>
            <a:cxnLst/>
            <a:rect l="l" t="t" r="r" b="b"/>
            <a:pathLst>
              <a:path w="914400" h="76200">
                <a:moveTo>
                  <a:pt x="0" y="0"/>
                </a:moveTo>
                <a:lnTo>
                  <a:pt x="914400" y="0"/>
                </a:lnTo>
                <a:lnTo>
                  <a:pt x="914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1491615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 Traffic Congestion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Prediction &amp; Smart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Route Optimization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4291965"/>
            <a:ext cx="1828800" cy="38100"/>
          </a:xfrm>
          <a:custGeom>
            <a:avLst/>
            <a:gdLst/>
            <a:ahLst/>
            <a:cxnLst/>
            <a:rect l="l" t="t" r="r" b="b"/>
            <a:pathLst>
              <a:path w="1828800" h="38100">
                <a:moveTo>
                  <a:pt x="0" y="0"/>
                </a:moveTo>
                <a:lnTo>
                  <a:pt x="1828800" y="0"/>
                </a:lnTo>
                <a:lnTo>
                  <a:pt x="18288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4634865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AI-Powered Smart Traffic System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867400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Team:</a:t>
            </a: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TrafficAI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10300"/>
            <a:ext cx="2066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Presenter:</a:t>
            </a: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Code Nova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296650" y="5676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3" name="Text 10"/>
          <p:cNvSpPr/>
          <p:nvPr/>
        </p:nvSpPr>
        <p:spPr>
          <a:xfrm>
            <a:off x="9822656" y="6210300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Transportation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324289" y="476689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3" name="Shape 1"/>
          <p:cNvSpPr/>
          <p:nvPr/>
        </p:nvSpPr>
        <p:spPr>
          <a:xfrm rot="720000">
            <a:off x="519504" y="66131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51079" y="0"/>
                  <a:pt x="158614" y="4521"/>
                  <a:pt x="162520" y="11720"/>
                </a:cubicBezTo>
                <a:lnTo>
                  <a:pt x="283071" y="234962"/>
                </a:lnTo>
                <a:cubicBezTo>
                  <a:pt x="286810" y="241883"/>
                  <a:pt x="286643" y="250254"/>
                  <a:pt x="282625" y="257008"/>
                </a:cubicBezTo>
                <a:cubicBezTo>
                  <a:pt x="278606" y="263761"/>
                  <a:pt x="271295" y="267891"/>
                  <a:pt x="263426" y="267891"/>
                </a:cubicBezTo>
                <a:lnTo>
                  <a:pt x="22324" y="267891"/>
                </a:lnTo>
                <a:cubicBezTo>
                  <a:pt x="14455" y="267891"/>
                  <a:pt x="7200" y="263761"/>
                  <a:pt x="3125" y="257008"/>
                </a:cubicBezTo>
                <a:cubicBezTo>
                  <a:pt x="-949" y="250254"/>
                  <a:pt x="-1060" y="241883"/>
                  <a:pt x="2679" y="234962"/>
                </a:cubicBezTo>
                <a:lnTo>
                  <a:pt x="123230" y="11720"/>
                </a:lnTo>
                <a:cubicBezTo>
                  <a:pt x="127136" y="4521"/>
                  <a:pt x="134671" y="0"/>
                  <a:pt x="142875" y="0"/>
                </a:cubicBezTo>
                <a:close/>
                <a:moveTo>
                  <a:pt x="142875" y="93762"/>
                </a:moveTo>
                <a:cubicBezTo>
                  <a:pt x="135452" y="93762"/>
                  <a:pt x="129480" y="99733"/>
                  <a:pt x="129480" y="107156"/>
                </a:cubicBezTo>
                <a:lnTo>
                  <a:pt x="129480" y="169664"/>
                </a:lnTo>
                <a:cubicBezTo>
                  <a:pt x="129480" y="177087"/>
                  <a:pt x="135452" y="183059"/>
                  <a:pt x="142875" y="183059"/>
                </a:cubicBezTo>
                <a:cubicBezTo>
                  <a:pt x="150298" y="183059"/>
                  <a:pt x="156270" y="177087"/>
                  <a:pt x="156270" y="169664"/>
                </a:cubicBezTo>
                <a:lnTo>
                  <a:pt x="156270" y="107156"/>
                </a:lnTo>
                <a:cubicBezTo>
                  <a:pt x="156270" y="99733"/>
                  <a:pt x="150298" y="93762"/>
                  <a:pt x="142875" y="93762"/>
                </a:cubicBezTo>
                <a:close/>
                <a:moveTo>
                  <a:pt x="157776" y="214313"/>
                </a:moveTo>
                <a:cubicBezTo>
                  <a:pt x="158115" y="208781"/>
                  <a:pt x="155357" y="203519"/>
                  <a:pt x="150615" y="200651"/>
                </a:cubicBezTo>
                <a:cubicBezTo>
                  <a:pt x="145874" y="197783"/>
                  <a:pt x="139932" y="197783"/>
                  <a:pt x="135190" y="200651"/>
                </a:cubicBezTo>
                <a:cubicBezTo>
                  <a:pt x="130449" y="203519"/>
                  <a:pt x="127690" y="208781"/>
                  <a:pt x="128029" y="214312"/>
                </a:cubicBezTo>
                <a:cubicBezTo>
                  <a:pt x="127690" y="219844"/>
                  <a:pt x="130449" y="225106"/>
                  <a:pt x="135190" y="227974"/>
                </a:cubicBezTo>
                <a:cubicBezTo>
                  <a:pt x="139932" y="230842"/>
                  <a:pt x="145874" y="230842"/>
                  <a:pt x="150615" y="227974"/>
                </a:cubicBezTo>
                <a:cubicBezTo>
                  <a:pt x="155357" y="225106"/>
                  <a:pt x="158115" y="219844"/>
                  <a:pt x="157776" y="214313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381000"/>
            <a:ext cx="563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The Problem: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336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Traffic Congestion Crisis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4478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733550"/>
            <a:ext cx="5543550" cy="1447800"/>
          </a:xfrm>
          <a:custGeom>
            <a:avLst/>
            <a:gdLst/>
            <a:ahLst/>
            <a:cxnLst/>
            <a:rect l="l" t="t" r="r" b="b"/>
            <a:pathLst>
              <a:path w="5543550" h="1447800">
                <a:moveTo>
                  <a:pt x="0" y="0"/>
                </a:moveTo>
                <a:lnTo>
                  <a:pt x="5543550" y="0"/>
                </a:lnTo>
                <a:lnTo>
                  <a:pt x="55435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" y="173355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8" name="Shape 6"/>
          <p:cNvSpPr/>
          <p:nvPr/>
        </p:nvSpPr>
        <p:spPr>
          <a:xfrm>
            <a:off x="652463" y="21145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50" y="0"/>
                </a:moveTo>
                <a:cubicBezTo>
                  <a:pt x="266076" y="0"/>
                  <a:pt x="342900" y="76824"/>
                  <a:pt x="342900" y="171450"/>
                </a:cubicBezTo>
                <a:cubicBezTo>
                  <a:pt x="342900" y="266076"/>
                  <a:pt x="266076" y="342900"/>
                  <a:pt x="171450" y="342900"/>
                </a:cubicBezTo>
                <a:cubicBezTo>
                  <a:pt x="76824" y="342900"/>
                  <a:pt x="0" y="266076"/>
                  <a:pt x="0" y="171450"/>
                </a:cubicBezTo>
                <a:cubicBezTo>
                  <a:pt x="0" y="76824"/>
                  <a:pt x="76824" y="0"/>
                  <a:pt x="171450" y="0"/>
                </a:cubicBezTo>
                <a:close/>
                <a:moveTo>
                  <a:pt x="155377" y="80367"/>
                </a:moveTo>
                <a:lnTo>
                  <a:pt x="155377" y="171450"/>
                </a:lnTo>
                <a:cubicBezTo>
                  <a:pt x="155377" y="176808"/>
                  <a:pt x="158055" y="181831"/>
                  <a:pt x="162543" y="184845"/>
                </a:cubicBezTo>
                <a:lnTo>
                  <a:pt x="226836" y="227707"/>
                </a:lnTo>
                <a:cubicBezTo>
                  <a:pt x="234203" y="232663"/>
                  <a:pt x="244182" y="230654"/>
                  <a:pt x="249138" y="223220"/>
                </a:cubicBezTo>
                <a:cubicBezTo>
                  <a:pt x="254094" y="215786"/>
                  <a:pt x="252085" y="205874"/>
                  <a:pt x="244651" y="200918"/>
                </a:cubicBezTo>
                <a:lnTo>
                  <a:pt x="187523" y="162878"/>
                </a:lnTo>
                <a:lnTo>
                  <a:pt x="187523" y="80367"/>
                </a:lnTo>
                <a:cubicBezTo>
                  <a:pt x="187523" y="71460"/>
                  <a:pt x="180357" y="64294"/>
                  <a:pt x="171450" y="64294"/>
                </a:cubicBezTo>
                <a:cubicBezTo>
                  <a:pt x="162543" y="64294"/>
                  <a:pt x="155377" y="71460"/>
                  <a:pt x="155377" y="80367"/>
                </a:cubicBez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9" name="Text 7"/>
          <p:cNvSpPr/>
          <p:nvPr/>
        </p:nvSpPr>
        <p:spPr>
          <a:xfrm>
            <a:off x="1190625" y="1924050"/>
            <a:ext cx="171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336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36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90625" y="2381250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Hours Wasted/Year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76225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time lost per commuter in gridlock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409950"/>
            <a:ext cx="5543550" cy="1447800"/>
          </a:xfrm>
          <a:custGeom>
            <a:avLst/>
            <a:gdLst/>
            <a:ahLst/>
            <a:cxnLst/>
            <a:rect l="l" t="t" r="r" b="b"/>
            <a:pathLst>
              <a:path w="5543550" h="1447800">
                <a:moveTo>
                  <a:pt x="0" y="0"/>
                </a:moveTo>
                <a:lnTo>
                  <a:pt x="5543550" y="0"/>
                </a:lnTo>
                <a:lnTo>
                  <a:pt x="554355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400050" y="3409950"/>
            <a:ext cx="38100" cy="1447800"/>
          </a:xfrm>
          <a:custGeom>
            <a:avLst/>
            <a:gdLst/>
            <a:ahLst/>
            <a:cxnLst/>
            <a:rect l="l" t="t" r="r" b="b"/>
            <a:pathLst>
              <a:path w="38100" h="1447800">
                <a:moveTo>
                  <a:pt x="0" y="0"/>
                </a:moveTo>
                <a:lnTo>
                  <a:pt x="38100" y="0"/>
                </a:lnTo>
                <a:lnTo>
                  <a:pt x="381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2463" y="37909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1431" y="42863"/>
                </a:moveTo>
                <a:cubicBezTo>
                  <a:pt x="21431" y="19221"/>
                  <a:pt x="40652" y="0"/>
                  <a:pt x="64294" y="0"/>
                </a:cubicBezTo>
                <a:lnTo>
                  <a:pt x="171450" y="0"/>
                </a:lnTo>
                <a:cubicBezTo>
                  <a:pt x="195091" y="0"/>
                  <a:pt x="214313" y="19221"/>
                  <a:pt x="214313" y="42863"/>
                </a:cubicBezTo>
                <a:lnTo>
                  <a:pt x="214313" y="171450"/>
                </a:lnTo>
                <a:lnTo>
                  <a:pt x="219670" y="171450"/>
                </a:lnTo>
                <a:cubicBezTo>
                  <a:pt x="252219" y="171450"/>
                  <a:pt x="278606" y="197837"/>
                  <a:pt x="278606" y="230386"/>
                </a:cubicBezTo>
                <a:lnTo>
                  <a:pt x="278606" y="251817"/>
                </a:lnTo>
                <a:cubicBezTo>
                  <a:pt x="278606" y="260725"/>
                  <a:pt x="285772" y="267891"/>
                  <a:pt x="294680" y="267891"/>
                </a:cubicBezTo>
                <a:cubicBezTo>
                  <a:pt x="303587" y="267891"/>
                  <a:pt x="310753" y="260725"/>
                  <a:pt x="310753" y="251817"/>
                </a:cubicBezTo>
                <a:lnTo>
                  <a:pt x="310753" y="148679"/>
                </a:lnTo>
                <a:cubicBezTo>
                  <a:pt x="292269" y="143924"/>
                  <a:pt x="278606" y="127114"/>
                  <a:pt x="278606" y="107156"/>
                </a:cubicBezTo>
                <a:lnTo>
                  <a:pt x="278606" y="67308"/>
                </a:lnTo>
                <a:lnTo>
                  <a:pt x="261327" y="48354"/>
                </a:lnTo>
                <a:cubicBezTo>
                  <a:pt x="255367" y="41791"/>
                  <a:pt x="255836" y="31611"/>
                  <a:pt x="262399" y="25651"/>
                </a:cubicBezTo>
                <a:cubicBezTo>
                  <a:pt x="268962" y="19690"/>
                  <a:pt x="279142" y="20159"/>
                  <a:pt x="285103" y="26722"/>
                </a:cubicBezTo>
                <a:lnTo>
                  <a:pt x="333122" y="79497"/>
                </a:lnTo>
                <a:cubicBezTo>
                  <a:pt x="339417" y="86395"/>
                  <a:pt x="342900" y="95369"/>
                  <a:pt x="342900" y="104745"/>
                </a:cubicBezTo>
                <a:lnTo>
                  <a:pt x="342900" y="251817"/>
                </a:lnTo>
                <a:cubicBezTo>
                  <a:pt x="342900" y="278472"/>
                  <a:pt x="321335" y="300038"/>
                  <a:pt x="294680" y="300038"/>
                </a:cubicBezTo>
                <a:cubicBezTo>
                  <a:pt x="268025" y="300038"/>
                  <a:pt x="246459" y="278472"/>
                  <a:pt x="246459" y="251817"/>
                </a:cubicBezTo>
                <a:lnTo>
                  <a:pt x="246459" y="230386"/>
                </a:lnTo>
                <a:cubicBezTo>
                  <a:pt x="246459" y="215585"/>
                  <a:pt x="234471" y="203597"/>
                  <a:pt x="219670" y="203597"/>
                </a:cubicBezTo>
                <a:lnTo>
                  <a:pt x="214313" y="203597"/>
                </a:lnTo>
                <a:lnTo>
                  <a:pt x="214313" y="311691"/>
                </a:lnTo>
                <a:cubicBezTo>
                  <a:pt x="220541" y="313901"/>
                  <a:pt x="225028" y="319861"/>
                  <a:pt x="225028" y="326827"/>
                </a:cubicBezTo>
                <a:cubicBezTo>
                  <a:pt x="225028" y="335734"/>
                  <a:pt x="217862" y="342900"/>
                  <a:pt x="208955" y="342900"/>
                </a:cubicBezTo>
                <a:lnTo>
                  <a:pt x="26789" y="342900"/>
                </a:lnTo>
                <a:cubicBezTo>
                  <a:pt x="17882" y="342900"/>
                  <a:pt x="10716" y="335734"/>
                  <a:pt x="10716" y="326827"/>
                </a:cubicBezTo>
                <a:cubicBezTo>
                  <a:pt x="10716" y="319794"/>
                  <a:pt x="15203" y="313901"/>
                  <a:pt x="21431" y="311691"/>
                </a:cubicBezTo>
                <a:lnTo>
                  <a:pt x="21431" y="42863"/>
                </a:lnTo>
                <a:close/>
                <a:moveTo>
                  <a:pt x="64294" y="53578"/>
                </a:moveTo>
                <a:lnTo>
                  <a:pt x="64294" y="117872"/>
                </a:lnTo>
                <a:cubicBezTo>
                  <a:pt x="64294" y="123765"/>
                  <a:pt x="69116" y="128588"/>
                  <a:pt x="75009" y="128588"/>
                </a:cubicBezTo>
                <a:lnTo>
                  <a:pt x="160734" y="128588"/>
                </a:lnTo>
                <a:cubicBezTo>
                  <a:pt x="166628" y="128588"/>
                  <a:pt x="171450" y="123765"/>
                  <a:pt x="171450" y="117872"/>
                </a:cubicBezTo>
                <a:lnTo>
                  <a:pt x="171450" y="53578"/>
                </a:lnTo>
                <a:cubicBezTo>
                  <a:pt x="171450" y="47685"/>
                  <a:pt x="166628" y="42863"/>
                  <a:pt x="160734" y="42863"/>
                </a:cubicBezTo>
                <a:lnTo>
                  <a:pt x="75009" y="42863"/>
                </a:lnTo>
                <a:cubicBezTo>
                  <a:pt x="69116" y="42863"/>
                  <a:pt x="64294" y="47685"/>
                  <a:pt x="64294" y="53578"/>
                </a:cubicBez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15" name="Text 13"/>
          <p:cNvSpPr/>
          <p:nvPr/>
        </p:nvSpPr>
        <p:spPr>
          <a:xfrm>
            <a:off x="1190625" y="3600450"/>
            <a:ext cx="17335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336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111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90625" y="405765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Hours with Planning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443865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Including buffer time for delays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5086350"/>
            <a:ext cx="5543550" cy="1371600"/>
          </a:xfrm>
          <a:custGeom>
            <a:avLst/>
            <a:gdLst/>
            <a:ahLst/>
            <a:cxnLst/>
            <a:rect l="l" t="t" r="r" b="b"/>
            <a:pathLst>
              <a:path w="5543550" h="1371600">
                <a:moveTo>
                  <a:pt x="0" y="0"/>
                </a:moveTo>
                <a:lnTo>
                  <a:pt x="5543550" y="0"/>
                </a:lnTo>
                <a:lnTo>
                  <a:pt x="554355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5086350"/>
            <a:ext cx="38100" cy="1371600"/>
          </a:xfrm>
          <a:custGeom>
            <a:avLst/>
            <a:gdLst/>
            <a:ahLst/>
            <a:cxnLst/>
            <a:rect l="l" t="t" r="r" b="b"/>
            <a:pathLst>
              <a:path w="38100" h="1371600">
                <a:moveTo>
                  <a:pt x="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20" name="Shape 18"/>
          <p:cNvSpPr/>
          <p:nvPr/>
        </p:nvSpPr>
        <p:spPr>
          <a:xfrm>
            <a:off x="631031" y="5429250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117872" y="192881"/>
                </a:moveTo>
                <a:cubicBezTo>
                  <a:pt x="64629" y="192881"/>
                  <a:pt x="21431" y="149684"/>
                  <a:pt x="21431" y="96441"/>
                </a:cubicBezTo>
                <a:cubicBezTo>
                  <a:pt x="21431" y="43197"/>
                  <a:pt x="64629" y="0"/>
                  <a:pt x="117872" y="0"/>
                </a:cubicBezTo>
                <a:cubicBezTo>
                  <a:pt x="136088" y="0"/>
                  <a:pt x="153099" y="5023"/>
                  <a:pt x="167633" y="13796"/>
                </a:cubicBezTo>
                <a:cubicBezTo>
                  <a:pt x="181094" y="5090"/>
                  <a:pt x="197101" y="0"/>
                  <a:pt x="214313" y="0"/>
                </a:cubicBezTo>
                <a:cubicBezTo>
                  <a:pt x="246058" y="0"/>
                  <a:pt x="273717" y="17212"/>
                  <a:pt x="288585" y="42863"/>
                </a:cubicBezTo>
                <a:lnTo>
                  <a:pt x="289322" y="42863"/>
                </a:lnTo>
                <a:cubicBezTo>
                  <a:pt x="330778" y="42863"/>
                  <a:pt x="364331" y="76416"/>
                  <a:pt x="364331" y="117872"/>
                </a:cubicBezTo>
                <a:cubicBezTo>
                  <a:pt x="364331" y="158256"/>
                  <a:pt x="332452" y="191140"/>
                  <a:pt x="292537" y="192814"/>
                </a:cubicBezTo>
                <a:cubicBezTo>
                  <a:pt x="277401" y="206209"/>
                  <a:pt x="257510" y="214313"/>
                  <a:pt x="235744" y="214313"/>
                </a:cubicBezTo>
                <a:cubicBezTo>
                  <a:pt x="213978" y="214313"/>
                  <a:pt x="194154" y="206209"/>
                  <a:pt x="179018" y="192881"/>
                </a:cubicBezTo>
                <a:lnTo>
                  <a:pt x="117872" y="192881"/>
                </a:lnTo>
                <a:close/>
                <a:moveTo>
                  <a:pt x="342900" y="262533"/>
                </a:moveTo>
                <a:cubicBezTo>
                  <a:pt x="342900" y="271440"/>
                  <a:pt x="335734" y="278606"/>
                  <a:pt x="326827" y="278606"/>
                </a:cubicBezTo>
                <a:lnTo>
                  <a:pt x="16073" y="278606"/>
                </a:lnTo>
                <a:cubicBezTo>
                  <a:pt x="7166" y="278606"/>
                  <a:pt x="0" y="271440"/>
                  <a:pt x="0" y="262533"/>
                </a:cubicBezTo>
                <a:cubicBezTo>
                  <a:pt x="0" y="253625"/>
                  <a:pt x="7166" y="246459"/>
                  <a:pt x="16073" y="246459"/>
                </a:cubicBezTo>
                <a:lnTo>
                  <a:pt x="326827" y="246459"/>
                </a:lnTo>
                <a:cubicBezTo>
                  <a:pt x="335734" y="246459"/>
                  <a:pt x="342900" y="253625"/>
                  <a:pt x="342900" y="262533"/>
                </a:cubicBezTo>
                <a:close/>
                <a:moveTo>
                  <a:pt x="58936" y="310753"/>
                </a:moveTo>
                <a:lnTo>
                  <a:pt x="112514" y="310753"/>
                </a:lnTo>
                <a:cubicBezTo>
                  <a:pt x="121421" y="310753"/>
                  <a:pt x="128588" y="317919"/>
                  <a:pt x="128588" y="326827"/>
                </a:cubicBezTo>
                <a:cubicBezTo>
                  <a:pt x="128588" y="335734"/>
                  <a:pt x="121421" y="342900"/>
                  <a:pt x="112514" y="342900"/>
                </a:cubicBezTo>
                <a:lnTo>
                  <a:pt x="58936" y="342900"/>
                </a:lnTo>
                <a:cubicBezTo>
                  <a:pt x="50029" y="342900"/>
                  <a:pt x="42863" y="335734"/>
                  <a:pt x="42863" y="326827"/>
                </a:cubicBezTo>
                <a:cubicBezTo>
                  <a:pt x="42863" y="317919"/>
                  <a:pt x="50029" y="310753"/>
                  <a:pt x="58936" y="310753"/>
                </a:cubicBezTo>
                <a:close/>
                <a:moveTo>
                  <a:pt x="176808" y="310753"/>
                </a:moveTo>
                <a:lnTo>
                  <a:pt x="369689" y="310753"/>
                </a:lnTo>
                <a:cubicBezTo>
                  <a:pt x="378596" y="310753"/>
                  <a:pt x="385763" y="317919"/>
                  <a:pt x="385763" y="326827"/>
                </a:cubicBezTo>
                <a:cubicBezTo>
                  <a:pt x="385763" y="335734"/>
                  <a:pt x="378596" y="342900"/>
                  <a:pt x="369689" y="342900"/>
                </a:cubicBezTo>
                <a:lnTo>
                  <a:pt x="176808" y="342900"/>
                </a:lnTo>
                <a:cubicBezTo>
                  <a:pt x="167900" y="342900"/>
                  <a:pt x="160734" y="335734"/>
                  <a:pt x="160734" y="326827"/>
                </a:cubicBezTo>
                <a:cubicBezTo>
                  <a:pt x="160734" y="317919"/>
                  <a:pt x="167900" y="310753"/>
                  <a:pt x="176808" y="310753"/>
                </a:cubicBez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21" name="Text 19"/>
          <p:cNvSpPr/>
          <p:nvPr/>
        </p:nvSpPr>
        <p:spPr>
          <a:xfrm>
            <a:off x="1190625" y="5276850"/>
            <a:ext cx="11239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336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#1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90625" y="56578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GHG Emitter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603885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Transportation is the highest contributor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56020" y="2221230"/>
            <a:ext cx="5549265" cy="2148840"/>
          </a:xfrm>
          <a:custGeom>
            <a:avLst/>
            <a:gdLst/>
            <a:ahLst/>
            <a:cxnLst/>
            <a:rect l="l" t="t" r="r" b="b"/>
            <a:pathLst>
              <a:path w="5549265" h="2148840">
                <a:moveTo>
                  <a:pt x="0" y="0"/>
                </a:moveTo>
                <a:lnTo>
                  <a:pt x="5549265" y="0"/>
                </a:lnTo>
                <a:lnTo>
                  <a:pt x="5549265" y="2148840"/>
                </a:lnTo>
                <a:lnTo>
                  <a:pt x="0" y="2148840"/>
                </a:lnTo>
                <a:lnTo>
                  <a:pt x="0" y="0"/>
                </a:lnTo>
                <a:close/>
              </a:path>
            </a:pathLst>
          </a:custGeom>
          <a:solidFill>
            <a:srgbClr val="FF3366">
              <a:alpha val="10196"/>
            </a:srgbClr>
          </a:solidFill>
          <a:ln w="20320">
            <a:solidFill>
              <a:srgbClr val="FF33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8440" y="2533650"/>
            <a:ext cx="5267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5400" b="1" dirty="0">
                <a:solidFill>
                  <a:srgbClr val="FF336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$4.4T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68440" y="3371850"/>
            <a:ext cx="5038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Cumulative Economic Cost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568440" y="3790831"/>
            <a:ext cx="501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2030 across major economies (US, UK, France, Germany)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48400" y="4606171"/>
            <a:ext cx="5562600" cy="1371600"/>
          </a:xfrm>
          <a:custGeom>
            <a:avLst/>
            <a:gdLst/>
            <a:ahLst/>
            <a:cxnLst/>
            <a:rect l="l" t="t" r="r" b="b"/>
            <a:pathLst>
              <a:path w="5562600" h="1371600">
                <a:moveTo>
                  <a:pt x="0" y="0"/>
                </a:moveTo>
                <a:lnTo>
                  <a:pt x="5562600" y="0"/>
                </a:lnTo>
                <a:lnTo>
                  <a:pt x="556260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9" name="Shape 27"/>
          <p:cNvSpPr/>
          <p:nvPr/>
        </p:nvSpPr>
        <p:spPr>
          <a:xfrm>
            <a:off x="6505575" y="48538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0" name="Text 28"/>
          <p:cNvSpPr/>
          <p:nvPr/>
        </p:nvSpPr>
        <p:spPr>
          <a:xfrm>
            <a:off x="6877050" y="4834771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Urban Inefficiency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7000" y="5253871"/>
            <a:ext cx="51816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Cities generate 50% of GDP but occupy only 1.5% of land. Traffic congestion cripples economic productivity and quality of life.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909203" y="6172200"/>
            <a:ext cx="1933575" cy="381000"/>
          </a:xfrm>
          <a:custGeom>
            <a:avLst/>
            <a:gdLst/>
            <a:ahLst/>
            <a:cxnLst/>
            <a:rect l="l" t="t" r="r" b="b"/>
            <a:pathLst>
              <a:path w="1933575" h="381000">
                <a:moveTo>
                  <a:pt x="0" y="0"/>
                </a:moveTo>
                <a:lnTo>
                  <a:pt x="1933575" y="0"/>
                </a:lnTo>
                <a:lnTo>
                  <a:pt x="19335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3" name="Text 31"/>
          <p:cNvSpPr/>
          <p:nvPr/>
        </p:nvSpPr>
        <p:spPr>
          <a:xfrm>
            <a:off x="10079421" y="6248400"/>
            <a:ext cx="175587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STATEMENT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Why It Matters: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Three-Dimensional Impact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1409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1695450"/>
            <a:ext cx="3657600" cy="3771900"/>
          </a:xfrm>
          <a:custGeom>
            <a:avLst/>
            <a:gdLst/>
            <a:ahLst/>
            <a:cxnLst/>
            <a:rect l="l" t="t" r="r" b="b"/>
            <a:pathLst>
              <a:path w="3657600" h="3771900">
                <a:moveTo>
                  <a:pt x="0" y="0"/>
                </a:moveTo>
                <a:lnTo>
                  <a:pt x="3657600" y="0"/>
                </a:lnTo>
                <a:lnTo>
                  <a:pt x="36576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A"/>
              </a:gs>
              <a:gs pos="0">
                <a:srgbClr val="FFFFFF"/>
              </a:gs>
              <a:gs pos="100000">
                <a:srgbClr val="0A0A0A"/>
              </a:gs>
            </a:gsLst>
            <a:lin ang="54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1000" y="16954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0" y="0"/>
                </a:moveTo>
                <a:lnTo>
                  <a:pt x="3657600" y="0"/>
                </a:lnTo>
                <a:lnTo>
                  <a:pt x="3657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7" name="Shape 5"/>
          <p:cNvSpPr/>
          <p:nvPr/>
        </p:nvSpPr>
        <p:spPr>
          <a:xfrm>
            <a:off x="827484" y="2105025"/>
            <a:ext cx="178594" cy="285750"/>
          </a:xfrm>
          <a:custGeom>
            <a:avLst/>
            <a:gdLst/>
            <a:ahLst/>
            <a:cxnLst/>
            <a:rect l="l" t="t" r="r" b="b"/>
            <a:pathLst>
              <a:path w="178594" h="285750">
                <a:moveTo>
                  <a:pt x="75902" y="13395"/>
                </a:moveTo>
                <a:cubicBezTo>
                  <a:pt x="75902" y="5972"/>
                  <a:pt x="81874" y="0"/>
                  <a:pt x="89297" y="0"/>
                </a:cubicBezTo>
                <a:cubicBezTo>
                  <a:pt x="96720" y="0"/>
                  <a:pt x="102691" y="5972"/>
                  <a:pt x="102691" y="13395"/>
                </a:cubicBezTo>
                <a:lnTo>
                  <a:pt x="102691" y="35719"/>
                </a:lnTo>
                <a:lnTo>
                  <a:pt x="133945" y="35719"/>
                </a:lnTo>
                <a:cubicBezTo>
                  <a:pt x="143824" y="35719"/>
                  <a:pt x="151805" y="43700"/>
                  <a:pt x="151805" y="53578"/>
                </a:cubicBezTo>
                <a:cubicBezTo>
                  <a:pt x="151805" y="63457"/>
                  <a:pt x="143824" y="71438"/>
                  <a:pt x="133945" y="71438"/>
                </a:cubicBezTo>
                <a:lnTo>
                  <a:pt x="69819" y="71438"/>
                </a:lnTo>
                <a:cubicBezTo>
                  <a:pt x="55922" y="71438"/>
                  <a:pt x="44648" y="82711"/>
                  <a:pt x="44648" y="96608"/>
                </a:cubicBezTo>
                <a:cubicBezTo>
                  <a:pt x="44648" y="109165"/>
                  <a:pt x="53857" y="119769"/>
                  <a:pt x="66247" y="121555"/>
                </a:cubicBezTo>
                <a:lnTo>
                  <a:pt x="117370" y="128867"/>
                </a:lnTo>
                <a:cubicBezTo>
                  <a:pt x="147396" y="133164"/>
                  <a:pt x="169664" y="158837"/>
                  <a:pt x="169664" y="189142"/>
                </a:cubicBezTo>
                <a:cubicBezTo>
                  <a:pt x="169664" y="222796"/>
                  <a:pt x="142373" y="250031"/>
                  <a:pt x="108775" y="250031"/>
                </a:cubicBezTo>
                <a:lnTo>
                  <a:pt x="102691" y="250031"/>
                </a:lnTo>
                <a:lnTo>
                  <a:pt x="102691" y="272355"/>
                </a:lnTo>
                <a:cubicBezTo>
                  <a:pt x="102691" y="279778"/>
                  <a:pt x="96720" y="285750"/>
                  <a:pt x="89297" y="285750"/>
                </a:cubicBezTo>
                <a:cubicBezTo>
                  <a:pt x="81874" y="285750"/>
                  <a:pt x="75902" y="279778"/>
                  <a:pt x="75902" y="272355"/>
                </a:cubicBezTo>
                <a:lnTo>
                  <a:pt x="75902" y="250031"/>
                </a:lnTo>
                <a:lnTo>
                  <a:pt x="35719" y="250031"/>
                </a:lnTo>
                <a:cubicBezTo>
                  <a:pt x="25840" y="250031"/>
                  <a:pt x="17859" y="242050"/>
                  <a:pt x="17859" y="232172"/>
                </a:cubicBezTo>
                <a:cubicBezTo>
                  <a:pt x="17859" y="222293"/>
                  <a:pt x="25840" y="214313"/>
                  <a:pt x="35719" y="214313"/>
                </a:cubicBezTo>
                <a:lnTo>
                  <a:pt x="108775" y="214313"/>
                </a:lnTo>
                <a:cubicBezTo>
                  <a:pt x="122672" y="214313"/>
                  <a:pt x="133945" y="203039"/>
                  <a:pt x="133945" y="189142"/>
                </a:cubicBezTo>
                <a:cubicBezTo>
                  <a:pt x="133945" y="176585"/>
                  <a:pt x="124737" y="165981"/>
                  <a:pt x="112347" y="164195"/>
                </a:cubicBezTo>
                <a:lnTo>
                  <a:pt x="61224" y="156883"/>
                </a:lnTo>
                <a:cubicBezTo>
                  <a:pt x="31198" y="152642"/>
                  <a:pt x="8930" y="126913"/>
                  <a:pt x="8930" y="96608"/>
                </a:cubicBezTo>
                <a:cubicBezTo>
                  <a:pt x="8930" y="63010"/>
                  <a:pt x="36221" y="35719"/>
                  <a:pt x="69819" y="35719"/>
                </a:cubicBezTo>
                <a:lnTo>
                  <a:pt x="75902" y="35719"/>
                </a:lnTo>
                <a:lnTo>
                  <a:pt x="75902" y="13395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076450"/>
            <a:ext cx="1476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Economic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725" y="2998470"/>
            <a:ext cx="3486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$300B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1975" y="364617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Annual Cost by 2030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4069080"/>
            <a:ext cx="3200400" cy="7620"/>
          </a:xfrm>
          <a:custGeom>
            <a:avLst/>
            <a:gdLst/>
            <a:ahLst/>
            <a:cxnLst/>
            <a:rect l="l" t="t" r="r" b="b"/>
            <a:pathLst>
              <a:path w="3200400" h="7620">
                <a:moveTo>
                  <a:pt x="0" y="0"/>
                </a:moveTo>
                <a:lnTo>
                  <a:pt x="3200400" y="0"/>
                </a:lnTo>
                <a:lnTo>
                  <a:pt x="3200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64153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" y="422529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 Household Impact: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453009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$6,000/year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4834772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(Los Angeles example)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67200" y="1695450"/>
            <a:ext cx="3657600" cy="3771900"/>
          </a:xfrm>
          <a:custGeom>
            <a:avLst/>
            <a:gdLst/>
            <a:ahLst/>
            <a:cxnLst/>
            <a:rect l="l" t="t" r="r" b="b"/>
            <a:pathLst>
              <a:path w="3657600" h="3771900">
                <a:moveTo>
                  <a:pt x="0" y="0"/>
                </a:moveTo>
                <a:lnTo>
                  <a:pt x="3657600" y="0"/>
                </a:lnTo>
                <a:lnTo>
                  <a:pt x="36576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A"/>
              </a:gs>
              <a:gs pos="0">
                <a:srgbClr val="FFFFFF"/>
              </a:gs>
              <a:gs pos="100000">
                <a:srgbClr val="0A0A0A"/>
              </a:gs>
            </a:gsLst>
            <a:lin ang="54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4267200" y="16954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0" y="0"/>
                </a:moveTo>
                <a:lnTo>
                  <a:pt x="3657600" y="0"/>
                </a:lnTo>
                <a:lnTo>
                  <a:pt x="3657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7" name="Shape 15"/>
          <p:cNvSpPr/>
          <p:nvPr/>
        </p:nvSpPr>
        <p:spPr>
          <a:xfrm>
            <a:off x="44958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0106" y="21050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3035" y="3739"/>
                </a:moveTo>
                <a:cubicBezTo>
                  <a:pt x="266607" y="335"/>
                  <a:pt x="271797" y="-893"/>
                  <a:pt x="276597" y="670"/>
                </a:cubicBezTo>
                <a:cubicBezTo>
                  <a:pt x="282067" y="2511"/>
                  <a:pt x="285750" y="7646"/>
                  <a:pt x="285750" y="13395"/>
                </a:cubicBezTo>
                <a:lnTo>
                  <a:pt x="285750" y="117704"/>
                </a:lnTo>
                <a:cubicBezTo>
                  <a:pt x="285750" y="190928"/>
                  <a:pt x="225419" y="250031"/>
                  <a:pt x="152474" y="250031"/>
                </a:cubicBezTo>
                <a:cubicBezTo>
                  <a:pt x="109500" y="250031"/>
                  <a:pt x="72442" y="222405"/>
                  <a:pt x="58992" y="183784"/>
                </a:cubicBezTo>
                <a:cubicBezTo>
                  <a:pt x="39235" y="200974"/>
                  <a:pt x="26789" y="226256"/>
                  <a:pt x="26789" y="254496"/>
                </a:cubicBezTo>
                <a:cubicBezTo>
                  <a:pt x="26789" y="261919"/>
                  <a:pt x="20817" y="267891"/>
                  <a:pt x="13395" y="267891"/>
                </a:cubicBezTo>
                <a:cubicBezTo>
                  <a:pt x="5972" y="267891"/>
                  <a:pt x="0" y="261919"/>
                  <a:pt x="0" y="254496"/>
                </a:cubicBezTo>
                <a:cubicBezTo>
                  <a:pt x="0" y="212694"/>
                  <a:pt x="21320" y="175859"/>
                  <a:pt x="53634" y="154205"/>
                </a:cubicBezTo>
                <a:cubicBezTo>
                  <a:pt x="73335" y="141033"/>
                  <a:pt x="96831" y="133945"/>
                  <a:pt x="120551" y="133945"/>
                </a:cubicBezTo>
                <a:lnTo>
                  <a:pt x="165199" y="133945"/>
                </a:lnTo>
                <a:cubicBezTo>
                  <a:pt x="172622" y="133945"/>
                  <a:pt x="178594" y="127974"/>
                  <a:pt x="178594" y="120551"/>
                </a:cubicBezTo>
                <a:cubicBezTo>
                  <a:pt x="178594" y="113128"/>
                  <a:pt x="172622" y="107156"/>
                  <a:pt x="165199" y="107156"/>
                </a:cubicBezTo>
                <a:lnTo>
                  <a:pt x="120551" y="107156"/>
                </a:lnTo>
                <a:cubicBezTo>
                  <a:pt x="98394" y="107156"/>
                  <a:pt x="77409" y="112068"/>
                  <a:pt x="58601" y="120830"/>
                </a:cubicBezTo>
                <a:cubicBezTo>
                  <a:pt x="71605" y="81762"/>
                  <a:pt x="108384" y="53578"/>
                  <a:pt x="151805" y="53578"/>
                </a:cubicBezTo>
                <a:cubicBezTo>
                  <a:pt x="188863" y="53578"/>
                  <a:pt x="216433" y="41244"/>
                  <a:pt x="234795" y="29021"/>
                </a:cubicBezTo>
                <a:cubicBezTo>
                  <a:pt x="245511" y="21878"/>
                  <a:pt x="254608" y="13339"/>
                  <a:pt x="263091" y="3739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2076450"/>
            <a:ext cx="2181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Environmental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52925" y="2979420"/>
            <a:ext cx="3486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29%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448175" y="362712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 US GHG Emissions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95800" y="4050030"/>
            <a:ext cx="3200400" cy="7620"/>
          </a:xfrm>
          <a:custGeom>
            <a:avLst/>
            <a:gdLst/>
            <a:ahLst/>
            <a:cxnLst/>
            <a:rect l="l" t="t" r="r" b="b"/>
            <a:pathLst>
              <a:path w="3200400" h="7620">
                <a:moveTo>
                  <a:pt x="0" y="0"/>
                </a:moveTo>
                <a:lnTo>
                  <a:pt x="3200400" y="0"/>
                </a:lnTo>
                <a:lnTo>
                  <a:pt x="3200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64153"/>
          </a:solidFill>
          <a:ln/>
        </p:spPr>
      </p:sp>
      <p:sp>
        <p:nvSpPr>
          <p:cNvPr id="23" name="Text 21"/>
          <p:cNvSpPr/>
          <p:nvPr/>
        </p:nvSpPr>
        <p:spPr>
          <a:xfrm>
            <a:off x="4495800" y="420624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Pollutants: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495800" y="451104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CO₂, NOₓ, PM2.5, VOCs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495800" y="4853941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Congestion increases emissions by 40%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53400" y="1695450"/>
            <a:ext cx="3657600" cy="3771900"/>
          </a:xfrm>
          <a:custGeom>
            <a:avLst/>
            <a:gdLst/>
            <a:ahLst/>
            <a:cxnLst/>
            <a:rect l="l" t="t" r="r" b="b"/>
            <a:pathLst>
              <a:path w="3657600" h="3771900">
                <a:moveTo>
                  <a:pt x="0" y="0"/>
                </a:moveTo>
                <a:lnTo>
                  <a:pt x="3657600" y="0"/>
                </a:lnTo>
                <a:lnTo>
                  <a:pt x="36576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A1A"/>
              </a:gs>
              <a:gs pos="0">
                <a:srgbClr val="FFFFFF"/>
              </a:gs>
              <a:gs pos="100000">
                <a:srgbClr val="0A0A0A"/>
              </a:gs>
            </a:gsLst>
            <a:lin ang="54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8153400" y="16954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0" y="0"/>
                </a:moveTo>
                <a:lnTo>
                  <a:pt x="3657600" y="0"/>
                </a:lnTo>
                <a:lnTo>
                  <a:pt x="3657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382000" y="19431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0"/>
                </a:moveTo>
                <a:lnTo>
                  <a:pt x="609600" y="0"/>
                </a:lnTo>
                <a:lnTo>
                  <a:pt x="60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29" name="Shape 27"/>
          <p:cNvSpPr/>
          <p:nvPr/>
        </p:nvSpPr>
        <p:spPr>
          <a:xfrm>
            <a:off x="8510588" y="21050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0" y="2076450"/>
            <a:ext cx="1447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CC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Daily Life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39125" y="2979420"/>
            <a:ext cx="3486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46%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34375" y="3627120"/>
            <a:ext cx="3295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00CC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Increase in Costs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2000" y="4050030"/>
            <a:ext cx="3200400" cy="7620"/>
          </a:xfrm>
          <a:custGeom>
            <a:avLst/>
            <a:gdLst/>
            <a:ahLst/>
            <a:cxnLst/>
            <a:rect l="l" t="t" r="r" b="b"/>
            <a:pathLst>
              <a:path w="3200400" h="7620">
                <a:moveTo>
                  <a:pt x="0" y="0"/>
                </a:moveTo>
                <a:lnTo>
                  <a:pt x="3200400" y="0"/>
                </a:lnTo>
                <a:lnTo>
                  <a:pt x="3200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64153"/>
          </a:solidFill>
          <a:ln/>
        </p:spPr>
      </p:sp>
      <p:sp>
        <p:nvSpPr>
          <p:cNvPr id="34" name="Text 32"/>
          <p:cNvSpPr/>
          <p:nvPr/>
        </p:nvSpPr>
        <p:spPr>
          <a:xfrm>
            <a:off x="8382000" y="420624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Impact: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82000" y="451104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Stress, Fatigue, Depression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82000" y="4853941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road safety &amp; productivity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84810" y="5703571"/>
            <a:ext cx="11418570" cy="769620"/>
          </a:xfrm>
          <a:custGeom>
            <a:avLst/>
            <a:gdLst/>
            <a:ahLst/>
            <a:cxnLst/>
            <a:rect l="l" t="t" r="r" b="b"/>
            <a:pathLst>
              <a:path w="11418570" h="769620">
                <a:moveTo>
                  <a:pt x="0" y="0"/>
                </a:moveTo>
                <a:lnTo>
                  <a:pt x="11418570" y="0"/>
                </a:lnTo>
                <a:lnTo>
                  <a:pt x="11418570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0160">
            <a:solidFill>
              <a:srgbClr val="DDFF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2939" y="594550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9" name="Text 37"/>
          <p:cNvSpPr/>
          <p:nvPr/>
        </p:nvSpPr>
        <p:spPr>
          <a:xfrm>
            <a:off x="1088708" y="5955030"/>
            <a:ext cx="839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Bottom Line: Traffic congestion is a </a:t>
            </a:r>
            <a:r>
              <a:rPr lang="en-US" sz="15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$4.4 trillion crisis</a:t>
            </a: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demanding immediate AI-driven solutions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699660" y="5897880"/>
            <a:ext cx="876300" cy="381000"/>
          </a:xfrm>
          <a:custGeom>
            <a:avLst/>
            <a:gdLst/>
            <a:ahLst/>
            <a:cxnLst/>
            <a:rect l="l" t="t" r="r" b="b"/>
            <a:pathLst>
              <a:path w="876300" h="381000">
                <a:moveTo>
                  <a:pt x="0" y="0"/>
                </a:moveTo>
                <a:lnTo>
                  <a:pt x="876300" y="0"/>
                </a:lnTo>
                <a:lnTo>
                  <a:pt x="8763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1" name="Text 39"/>
          <p:cNvSpPr/>
          <p:nvPr/>
        </p:nvSpPr>
        <p:spPr>
          <a:xfrm>
            <a:off x="10869876" y="5974080"/>
            <a:ext cx="691099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Our Solution: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AI-Powered Traffic Intelligence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1409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" name="Shape 2"/>
          <p:cNvSpPr/>
          <p:nvPr/>
        </p:nvSpPr>
        <p:spPr>
          <a:xfrm>
            <a:off x="1574721" y="192405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DDFF00"/>
              </a:gs>
              <a:gs pos="100000">
                <a:srgbClr val="DDFF00">
                  <a:alpha val="60000"/>
                </a:srgbClr>
              </a:gs>
            </a:gsLst>
            <a:lin ang="2700000" scaled="1"/>
          </a:gradFill>
          <a:ln/>
          <a:effectLst>
            <a:outerShdw blurRad="285750" dist="50800" dir="2700000" algn="bl" rotWithShape="0">
              <a:srgbClr val="DDFF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55721" y="2305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07156" y="50006"/>
                </a:moveTo>
                <a:cubicBezTo>
                  <a:pt x="107156" y="22414"/>
                  <a:pt x="129570" y="0"/>
                  <a:pt x="157163" y="0"/>
                </a:cubicBezTo>
                <a:lnTo>
                  <a:pt x="178594" y="0"/>
                </a:lnTo>
                <a:cubicBezTo>
                  <a:pt x="194399" y="0"/>
                  <a:pt x="207169" y="12769"/>
                  <a:pt x="207169" y="28575"/>
                </a:cubicBezTo>
                <a:lnTo>
                  <a:pt x="207169" y="428625"/>
                </a:lnTo>
                <a:cubicBezTo>
                  <a:pt x="207169" y="444431"/>
                  <a:pt x="194399" y="457200"/>
                  <a:pt x="178594" y="457200"/>
                </a:cubicBezTo>
                <a:lnTo>
                  <a:pt x="150019" y="457200"/>
                </a:lnTo>
                <a:cubicBezTo>
                  <a:pt x="123408" y="457200"/>
                  <a:pt x="100995" y="438983"/>
                  <a:pt x="94655" y="414338"/>
                </a:cubicBezTo>
                <a:cubicBezTo>
                  <a:pt x="94030" y="414338"/>
                  <a:pt x="93494" y="414338"/>
                  <a:pt x="92869" y="414338"/>
                </a:cubicBezTo>
                <a:cubicBezTo>
                  <a:pt x="53400" y="414338"/>
                  <a:pt x="21431" y="382369"/>
                  <a:pt x="21431" y="342900"/>
                </a:cubicBezTo>
                <a:cubicBezTo>
                  <a:pt x="21431" y="326827"/>
                  <a:pt x="26789" y="312003"/>
                  <a:pt x="35719" y="300038"/>
                </a:cubicBezTo>
                <a:cubicBezTo>
                  <a:pt x="18395" y="287000"/>
                  <a:pt x="7144" y="266283"/>
                  <a:pt x="7144" y="242888"/>
                </a:cubicBezTo>
                <a:cubicBezTo>
                  <a:pt x="7144" y="215295"/>
                  <a:pt x="22860" y="191274"/>
                  <a:pt x="45720" y="179397"/>
                </a:cubicBezTo>
                <a:cubicBezTo>
                  <a:pt x="39380" y="168682"/>
                  <a:pt x="35719" y="156180"/>
                  <a:pt x="35719" y="142875"/>
                </a:cubicBezTo>
                <a:cubicBezTo>
                  <a:pt x="35719" y="103406"/>
                  <a:pt x="67687" y="71438"/>
                  <a:pt x="107156" y="71438"/>
                </a:cubicBezTo>
                <a:lnTo>
                  <a:pt x="107156" y="50006"/>
                </a:lnTo>
                <a:close/>
                <a:moveTo>
                  <a:pt x="350044" y="50006"/>
                </a:moveTo>
                <a:lnTo>
                  <a:pt x="350044" y="71438"/>
                </a:lnTo>
                <a:cubicBezTo>
                  <a:pt x="389513" y="71438"/>
                  <a:pt x="421481" y="103406"/>
                  <a:pt x="421481" y="142875"/>
                </a:cubicBezTo>
                <a:cubicBezTo>
                  <a:pt x="421481" y="156270"/>
                  <a:pt x="417820" y="168771"/>
                  <a:pt x="411480" y="179397"/>
                </a:cubicBezTo>
                <a:cubicBezTo>
                  <a:pt x="434429" y="191274"/>
                  <a:pt x="450056" y="215205"/>
                  <a:pt x="450056" y="242888"/>
                </a:cubicBezTo>
                <a:cubicBezTo>
                  <a:pt x="450056" y="266283"/>
                  <a:pt x="438805" y="287000"/>
                  <a:pt x="421481" y="300038"/>
                </a:cubicBezTo>
                <a:cubicBezTo>
                  <a:pt x="430411" y="312003"/>
                  <a:pt x="435769" y="326827"/>
                  <a:pt x="435769" y="342900"/>
                </a:cubicBezTo>
                <a:cubicBezTo>
                  <a:pt x="435769" y="382369"/>
                  <a:pt x="403800" y="414338"/>
                  <a:pt x="364331" y="414338"/>
                </a:cubicBezTo>
                <a:cubicBezTo>
                  <a:pt x="363706" y="414338"/>
                  <a:pt x="363170" y="414338"/>
                  <a:pt x="362545" y="414338"/>
                </a:cubicBezTo>
                <a:cubicBezTo>
                  <a:pt x="356205" y="438983"/>
                  <a:pt x="333792" y="457200"/>
                  <a:pt x="307181" y="457200"/>
                </a:cubicBezTo>
                <a:lnTo>
                  <a:pt x="278606" y="457200"/>
                </a:lnTo>
                <a:cubicBezTo>
                  <a:pt x="262801" y="457200"/>
                  <a:pt x="250031" y="444431"/>
                  <a:pt x="250031" y="428625"/>
                </a:cubicBezTo>
                <a:lnTo>
                  <a:pt x="250031" y="28575"/>
                </a:lnTo>
                <a:cubicBezTo>
                  <a:pt x="250031" y="12769"/>
                  <a:pt x="262801" y="0"/>
                  <a:pt x="278606" y="0"/>
                </a:cubicBezTo>
                <a:lnTo>
                  <a:pt x="300038" y="0"/>
                </a:lnTo>
                <a:cubicBezTo>
                  <a:pt x="327630" y="0"/>
                  <a:pt x="350044" y="22414"/>
                  <a:pt x="350044" y="50006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309563" y="3371850"/>
            <a:ext cx="3752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Predict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375" y="3867150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Predicts Congestion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2900" y="4248150"/>
            <a:ext cx="3686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models forecast traffic patterns </a:t>
            </a:r>
            <a:r>
              <a:rPr lang="en-US" sz="12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congestion occurs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281" y="192405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CFF"/>
              </a:gs>
              <a:gs pos="100000">
                <a:srgbClr val="00CCFF">
                  <a:alpha val="60000"/>
                </a:srgbClr>
              </a:gs>
            </a:gsLst>
            <a:lin ang="2700000" scaled="1"/>
          </a:gradFill>
          <a:ln/>
          <a:effectLst>
            <a:outerShdw blurRad="285750" dist="50800" dir="2700000" algn="bl" rotWithShape="0">
              <a:srgbClr val="DDFF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67281" y="2305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314325"/>
                </a:lnTo>
                <a:cubicBezTo>
                  <a:pt x="0" y="345847"/>
                  <a:pt x="25628" y="371475"/>
                  <a:pt x="57150" y="371475"/>
                </a:cubicBezTo>
                <a:lnTo>
                  <a:pt x="185738" y="371475"/>
                </a:lnTo>
                <a:lnTo>
                  <a:pt x="171450" y="414338"/>
                </a:lnTo>
                <a:lnTo>
                  <a:pt x="107156" y="414338"/>
                </a:lnTo>
                <a:cubicBezTo>
                  <a:pt x="95280" y="414338"/>
                  <a:pt x="85725" y="423892"/>
                  <a:pt x="85725" y="435769"/>
                </a:cubicBezTo>
                <a:cubicBezTo>
                  <a:pt x="85725" y="447645"/>
                  <a:pt x="95280" y="457200"/>
                  <a:pt x="107156" y="457200"/>
                </a:cubicBezTo>
                <a:lnTo>
                  <a:pt x="350044" y="457200"/>
                </a:lnTo>
                <a:cubicBezTo>
                  <a:pt x="361920" y="457200"/>
                  <a:pt x="371475" y="447645"/>
                  <a:pt x="371475" y="435769"/>
                </a:cubicBezTo>
                <a:cubicBezTo>
                  <a:pt x="371475" y="423892"/>
                  <a:pt x="361920" y="414338"/>
                  <a:pt x="350044" y="414338"/>
                </a:cubicBezTo>
                <a:lnTo>
                  <a:pt x="285750" y="414338"/>
                </a:lnTo>
                <a:lnTo>
                  <a:pt x="271463" y="371475"/>
                </a:lnTo>
                <a:lnTo>
                  <a:pt x="400050" y="371475"/>
                </a:lnTo>
                <a:cubicBezTo>
                  <a:pt x="431572" y="371475"/>
                  <a:pt x="457200" y="345847"/>
                  <a:pt x="457200" y="314325"/>
                </a:cubicBezTo>
                <a:lnTo>
                  <a:pt x="457200" y="85725"/>
                </a:lnTo>
                <a:cubicBezTo>
                  <a:pt x="457200" y="54203"/>
                  <a:pt x="431572" y="28575"/>
                  <a:pt x="400050" y="28575"/>
                </a:cubicBezTo>
                <a:lnTo>
                  <a:pt x="57150" y="28575"/>
                </a:lnTo>
                <a:close/>
                <a:moveTo>
                  <a:pt x="85725" y="85725"/>
                </a:moveTo>
                <a:lnTo>
                  <a:pt x="371475" y="85725"/>
                </a:lnTo>
                <a:cubicBezTo>
                  <a:pt x="387281" y="85725"/>
                  <a:pt x="400050" y="98494"/>
                  <a:pt x="400050" y="114300"/>
                </a:cubicBezTo>
                <a:lnTo>
                  <a:pt x="400050" y="257175"/>
                </a:lnTo>
                <a:cubicBezTo>
                  <a:pt x="400050" y="272981"/>
                  <a:pt x="387281" y="285750"/>
                  <a:pt x="371475" y="285750"/>
                </a:cubicBezTo>
                <a:lnTo>
                  <a:pt x="85725" y="285750"/>
                </a:lnTo>
                <a:cubicBezTo>
                  <a:pt x="69919" y="285750"/>
                  <a:pt x="57150" y="272981"/>
                  <a:pt x="57150" y="257175"/>
                </a:cubicBezTo>
                <a:lnTo>
                  <a:pt x="57150" y="114300"/>
                </a:lnTo>
                <a:cubicBezTo>
                  <a:pt x="57150" y="98494"/>
                  <a:pt x="69919" y="85725"/>
                  <a:pt x="85725" y="85725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221123" y="3371850"/>
            <a:ext cx="3752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CC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44935" y="3867150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Shows Traffic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54460" y="4248150"/>
            <a:ext cx="3686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visualization of real-time traffic conditions and predictions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97961" y="192405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FF88"/>
              </a:gs>
              <a:gs pos="100000">
                <a:srgbClr val="01FF88">
                  <a:alpha val="60000"/>
                </a:srgbClr>
              </a:gs>
            </a:gsLst>
            <a:lin ang="2700000" scaled="1"/>
          </a:gradFill>
          <a:ln/>
          <a:effectLst>
            <a:outerShdw blurRad="285750" dist="50800" dir="2700000" algn="bl" rotWithShape="0">
              <a:srgbClr val="DDFF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778961" y="23050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85725"/>
                </a:moveTo>
                <a:cubicBezTo>
                  <a:pt x="457200" y="130552"/>
                  <a:pt x="404426" y="197435"/>
                  <a:pt x="381655" y="224135"/>
                </a:cubicBezTo>
                <a:cubicBezTo>
                  <a:pt x="378262" y="228064"/>
                  <a:pt x="373261" y="229582"/>
                  <a:pt x="368707" y="228600"/>
                </a:cubicBezTo>
                <a:lnTo>
                  <a:pt x="285750" y="228600"/>
                </a:lnTo>
                <a:cubicBezTo>
                  <a:pt x="269944" y="228600"/>
                  <a:pt x="257175" y="241369"/>
                  <a:pt x="257175" y="257175"/>
                </a:cubicBezTo>
                <a:cubicBezTo>
                  <a:pt x="257175" y="272981"/>
                  <a:pt x="269944" y="285750"/>
                  <a:pt x="285750" y="285750"/>
                </a:cubicBezTo>
                <a:lnTo>
                  <a:pt x="371475" y="285750"/>
                </a:ln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124658" y="457200"/>
                </a:lnTo>
                <a:cubicBezTo>
                  <a:pt x="132427" y="448360"/>
                  <a:pt x="141893" y="437019"/>
                  <a:pt x="151448" y="424339"/>
                </a:cubicBezTo>
                <a:cubicBezTo>
                  <a:pt x="157073" y="416838"/>
                  <a:pt x="162878" y="408622"/>
                  <a:pt x="168414" y="400050"/>
                </a:cubicBezTo>
                <a:lnTo>
                  <a:pt x="371475" y="400050"/>
                </a:lnTo>
                <a:cubicBezTo>
                  <a:pt x="387281" y="400050"/>
                  <a:pt x="400050" y="387281"/>
                  <a:pt x="400050" y="371475"/>
                </a:cubicBezTo>
                <a:cubicBezTo>
                  <a:pt x="400050" y="355669"/>
                  <a:pt x="387281" y="342900"/>
                  <a:pt x="371475" y="342900"/>
                </a:cubicBezTo>
                <a:lnTo>
                  <a:pt x="285750" y="342900"/>
                </a:lnTo>
                <a:cubicBezTo>
                  <a:pt x="238423" y="342900"/>
                  <a:pt x="200025" y="304502"/>
                  <a:pt x="200025" y="257175"/>
                </a:cubicBezTo>
                <a:cubicBezTo>
                  <a:pt x="200025" y="209848"/>
                  <a:pt x="238423" y="171450"/>
                  <a:pt x="285750" y="171450"/>
                </a:cubicBezTo>
                <a:lnTo>
                  <a:pt x="321290" y="171450"/>
                </a:lnTo>
                <a:cubicBezTo>
                  <a:pt x="302538" y="143321"/>
                  <a:pt x="285750" y="110996"/>
                  <a:pt x="285750" y="85725"/>
                </a:cubicBezTo>
                <a:cubicBezTo>
                  <a:pt x="285750" y="38398"/>
                  <a:pt x="324148" y="0"/>
                  <a:pt x="371475" y="0"/>
                </a:cubicBezTo>
                <a:cubicBezTo>
                  <a:pt x="418802" y="0"/>
                  <a:pt x="457200" y="38398"/>
                  <a:pt x="457200" y="85725"/>
                </a:cubicBezTo>
                <a:close/>
                <a:moveTo>
                  <a:pt x="104567" y="436751"/>
                </a:moveTo>
                <a:cubicBezTo>
                  <a:pt x="101173" y="440591"/>
                  <a:pt x="98137" y="443984"/>
                  <a:pt x="95548" y="446842"/>
                </a:cubicBezTo>
                <a:lnTo>
                  <a:pt x="93940" y="448628"/>
                </a:lnTo>
                <a:lnTo>
                  <a:pt x="93762" y="448449"/>
                </a:lnTo>
                <a:cubicBezTo>
                  <a:pt x="88404" y="452557"/>
                  <a:pt x="80724" y="452021"/>
                  <a:pt x="75902" y="446842"/>
                </a:cubicBezTo>
                <a:cubicBezTo>
                  <a:pt x="53400" y="422374"/>
                  <a:pt x="0" y="359420"/>
                  <a:pt x="0" y="314325"/>
                </a:cubicBezTo>
                <a:cubicBezTo>
                  <a:pt x="0" y="266998"/>
                  <a:pt x="38398" y="228600"/>
                  <a:pt x="85725" y="228600"/>
                </a:cubicBezTo>
                <a:cubicBezTo>
                  <a:pt x="133052" y="228600"/>
                  <a:pt x="171450" y="266998"/>
                  <a:pt x="171450" y="314325"/>
                </a:cubicBezTo>
                <a:cubicBezTo>
                  <a:pt x="171450" y="341114"/>
                  <a:pt x="152608" y="374154"/>
                  <a:pt x="132606" y="401747"/>
                </a:cubicBezTo>
                <a:cubicBezTo>
                  <a:pt x="123051" y="414873"/>
                  <a:pt x="113228" y="426750"/>
                  <a:pt x="105102" y="436126"/>
                </a:cubicBezTo>
                <a:lnTo>
                  <a:pt x="104567" y="436751"/>
                </a:lnTo>
                <a:close/>
                <a:moveTo>
                  <a:pt x="114300" y="314325"/>
                </a:moveTo>
                <a:cubicBezTo>
                  <a:pt x="114300" y="298554"/>
                  <a:pt x="101496" y="285750"/>
                  <a:pt x="85725" y="285750"/>
                </a:cubicBezTo>
                <a:cubicBezTo>
                  <a:pt x="69954" y="285750"/>
                  <a:pt x="57150" y="298554"/>
                  <a:pt x="57150" y="314325"/>
                </a:cubicBezTo>
                <a:cubicBezTo>
                  <a:pt x="57150" y="330096"/>
                  <a:pt x="69954" y="342900"/>
                  <a:pt x="85725" y="342900"/>
                </a:cubicBezTo>
                <a:cubicBezTo>
                  <a:pt x="101496" y="342900"/>
                  <a:pt x="114300" y="330096"/>
                  <a:pt x="114300" y="314325"/>
                </a:cubicBezTo>
                <a:close/>
                <a:moveTo>
                  <a:pt x="371475" y="114300"/>
                </a:moveTo>
                <a:cubicBezTo>
                  <a:pt x="387246" y="114300"/>
                  <a:pt x="400050" y="101496"/>
                  <a:pt x="400050" y="85725"/>
                </a:cubicBezTo>
                <a:cubicBezTo>
                  <a:pt x="400050" y="69954"/>
                  <a:pt x="387246" y="57150"/>
                  <a:pt x="371475" y="57150"/>
                </a:cubicBezTo>
                <a:cubicBezTo>
                  <a:pt x="355704" y="57150"/>
                  <a:pt x="342900" y="69954"/>
                  <a:pt x="342900" y="85725"/>
                </a:cubicBezTo>
                <a:cubicBezTo>
                  <a:pt x="342900" y="101496"/>
                  <a:pt x="355704" y="114300"/>
                  <a:pt x="371475" y="114300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132683" y="3371850"/>
            <a:ext cx="3752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Optimize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56496" y="3867150"/>
            <a:ext cx="3705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Route Suggestions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66021" y="4248150"/>
            <a:ext cx="36861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suggests optimal alternative routes to save time and fuel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1000" y="5010150"/>
            <a:ext cx="11430000" cy="1219200"/>
          </a:xfrm>
          <a:custGeom>
            <a:avLst/>
            <a:gdLst/>
            <a:ahLst/>
            <a:cxnLst/>
            <a:rect l="l" t="t" r="r" b="b"/>
            <a:pathLst>
              <a:path w="11430000" h="1219200">
                <a:moveTo>
                  <a:pt x="0" y="0"/>
                </a:moveTo>
                <a:lnTo>
                  <a:pt x="11430000" y="0"/>
                </a:lnTo>
                <a:lnTo>
                  <a:pt x="114300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0" name="Shape 18"/>
          <p:cNvSpPr/>
          <p:nvPr/>
        </p:nvSpPr>
        <p:spPr>
          <a:xfrm rot="720000">
            <a:off x="538711" y="5167861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1" name="Shape 19"/>
          <p:cNvSpPr/>
          <p:nvPr/>
        </p:nvSpPr>
        <p:spPr>
          <a:xfrm rot="720000">
            <a:off x="788187" y="5407489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266886" y="8171"/>
                </a:moveTo>
                <a:lnTo>
                  <a:pt x="207816" y="67241"/>
                </a:lnTo>
                <a:lnTo>
                  <a:pt x="275659" y="135084"/>
                </a:lnTo>
                <a:lnTo>
                  <a:pt x="334729" y="76014"/>
                </a:lnTo>
                <a:cubicBezTo>
                  <a:pt x="339953" y="70723"/>
                  <a:pt x="342900" y="63624"/>
                  <a:pt x="342900" y="56257"/>
                </a:cubicBezTo>
                <a:cubicBezTo>
                  <a:pt x="342900" y="48890"/>
                  <a:pt x="339953" y="41791"/>
                  <a:pt x="334729" y="36500"/>
                </a:cubicBezTo>
                <a:lnTo>
                  <a:pt x="306400" y="8171"/>
                </a:lnTo>
                <a:cubicBezTo>
                  <a:pt x="301109" y="2947"/>
                  <a:pt x="294010" y="0"/>
                  <a:pt x="286643" y="0"/>
                </a:cubicBezTo>
                <a:cubicBezTo>
                  <a:pt x="279276" y="0"/>
                  <a:pt x="272177" y="2947"/>
                  <a:pt x="266886" y="8171"/>
                </a:cubicBezTo>
                <a:close/>
                <a:moveTo>
                  <a:pt x="185112" y="89944"/>
                </a:moveTo>
                <a:lnTo>
                  <a:pt x="8171" y="266886"/>
                </a:lnTo>
                <a:cubicBezTo>
                  <a:pt x="2947" y="272177"/>
                  <a:pt x="0" y="279276"/>
                  <a:pt x="0" y="286643"/>
                </a:cubicBezTo>
                <a:cubicBezTo>
                  <a:pt x="0" y="294010"/>
                  <a:pt x="2947" y="301109"/>
                  <a:pt x="8171" y="306400"/>
                </a:cubicBezTo>
                <a:lnTo>
                  <a:pt x="36500" y="334729"/>
                </a:lnTo>
                <a:cubicBezTo>
                  <a:pt x="41791" y="339953"/>
                  <a:pt x="48890" y="342900"/>
                  <a:pt x="56257" y="342900"/>
                </a:cubicBezTo>
                <a:cubicBezTo>
                  <a:pt x="63624" y="342900"/>
                  <a:pt x="70723" y="339953"/>
                  <a:pt x="76014" y="334729"/>
                </a:cubicBezTo>
                <a:lnTo>
                  <a:pt x="252956" y="157788"/>
                </a:lnTo>
                <a:lnTo>
                  <a:pt x="185112" y="89944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600200" y="5295900"/>
            <a:ext cx="4438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Magic: </a:t>
            </a:r>
            <a:r>
              <a:rPr lang="en-US" sz="1800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 → Visualize → Optimize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00200" y="5676781"/>
            <a:ext cx="441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complete AI-driven traffic management ecosystem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84764" y="5314950"/>
            <a:ext cx="1057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85%+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2389" y="5695950"/>
            <a:ext cx="962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11452" y="5314950"/>
            <a:ext cx="9525" cy="609600"/>
          </a:xfrm>
          <a:custGeom>
            <a:avLst/>
            <a:gdLst/>
            <a:ahLst/>
            <a:cxnLst/>
            <a:rect l="l" t="t" r="r" b="b"/>
            <a:pathLst>
              <a:path w="9525" h="609600">
                <a:moveTo>
                  <a:pt x="0" y="0"/>
                </a:moveTo>
                <a:lnTo>
                  <a:pt x="9525" y="0"/>
                </a:lnTo>
                <a:lnTo>
                  <a:pt x="9525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64153"/>
          </a:solidFill>
          <a:ln/>
        </p:spPr>
      </p:sp>
      <p:sp>
        <p:nvSpPr>
          <p:cNvPr id="27" name="Text 25"/>
          <p:cNvSpPr/>
          <p:nvPr/>
        </p:nvSpPr>
        <p:spPr>
          <a:xfrm>
            <a:off x="9787653" y="5314950"/>
            <a:ext cx="18764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835278" y="569595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981474" y="6172200"/>
            <a:ext cx="1866900" cy="381000"/>
          </a:xfrm>
          <a:custGeom>
            <a:avLst/>
            <a:gdLst/>
            <a:ahLst/>
            <a:cxnLst/>
            <a:rect l="l" t="t" r="r" b="b"/>
            <a:pathLst>
              <a:path w="1866900" h="381000">
                <a:moveTo>
                  <a:pt x="0" y="0"/>
                </a:moveTo>
                <a:lnTo>
                  <a:pt x="1866900" y="0"/>
                </a:lnTo>
                <a:lnTo>
                  <a:pt x="18669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0" name="Text 28"/>
          <p:cNvSpPr/>
          <p:nvPr/>
        </p:nvSpPr>
        <p:spPr>
          <a:xfrm>
            <a:off x="10151691" y="6248400"/>
            <a:ext cx="168360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 OVERVIEW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How It Works: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1409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2105025"/>
            <a:ext cx="1476375" cy="933450"/>
          </a:xfrm>
          <a:custGeom>
            <a:avLst/>
            <a:gdLst/>
            <a:ahLst/>
            <a:cxnLst/>
            <a:rect l="l" t="t" r="r" b="b"/>
            <a:pathLst>
              <a:path w="1476375" h="933450">
                <a:moveTo>
                  <a:pt x="0" y="0"/>
                </a:moveTo>
                <a:lnTo>
                  <a:pt x="1476375" y="0"/>
                </a:lnTo>
                <a:lnTo>
                  <a:pt x="147637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DFF00"/>
              </a:gs>
              <a:gs pos="100000">
                <a:srgbClr val="DDFF00">
                  <a:alpha val="70000"/>
                </a:srgbClr>
              </a:gs>
            </a:gsLst>
            <a:lin ang="54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996553" y="22574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50031" y="114858"/>
                </a:moveTo>
                <a:cubicBezTo>
                  <a:pt x="241771" y="120328"/>
                  <a:pt x="232283" y="124737"/>
                  <a:pt x="222405" y="128253"/>
                </a:cubicBezTo>
                <a:cubicBezTo>
                  <a:pt x="196174" y="137629"/>
                  <a:pt x="161739" y="142875"/>
                  <a:pt x="125016" y="142875"/>
                </a:cubicBezTo>
                <a:cubicBezTo>
                  <a:pt x="88292" y="142875"/>
                  <a:pt x="53801" y="137573"/>
                  <a:pt x="27626" y="128253"/>
                </a:cubicBezTo>
                <a:cubicBezTo>
                  <a:pt x="17804" y="124737"/>
                  <a:pt x="8260" y="120328"/>
                  <a:pt x="0" y="114858"/>
                </a:cubicBezTo>
                <a:lnTo>
                  <a:pt x="0" y="160734"/>
                </a:lnTo>
                <a:cubicBezTo>
                  <a:pt x="0" y="185403"/>
                  <a:pt x="55978" y="205383"/>
                  <a:pt x="125016" y="205383"/>
                </a:cubicBezTo>
                <a:cubicBezTo>
                  <a:pt x="194053" y="205383"/>
                  <a:pt x="250031" y="185403"/>
                  <a:pt x="250031" y="160734"/>
                </a:cubicBezTo>
                <a:lnTo>
                  <a:pt x="250031" y="114858"/>
                </a:lnTo>
                <a:close/>
                <a:moveTo>
                  <a:pt x="250031" y="71438"/>
                </a:moveTo>
                <a:lnTo>
                  <a:pt x="250031" y="44648"/>
                </a:lnTo>
                <a:cubicBezTo>
                  <a:pt x="250031" y="19980"/>
                  <a:pt x="194053" y="0"/>
                  <a:pt x="125016" y="0"/>
                </a:cubicBezTo>
                <a:cubicBezTo>
                  <a:pt x="55978" y="0"/>
                  <a:pt x="0" y="19980"/>
                  <a:pt x="0" y="44648"/>
                </a:cubicBezTo>
                <a:lnTo>
                  <a:pt x="0" y="71438"/>
                </a:lnTo>
                <a:cubicBezTo>
                  <a:pt x="0" y="96106"/>
                  <a:pt x="55978" y="116086"/>
                  <a:pt x="125016" y="116086"/>
                </a:cubicBezTo>
                <a:cubicBezTo>
                  <a:pt x="194053" y="116086"/>
                  <a:pt x="250031" y="96106"/>
                  <a:pt x="250031" y="71438"/>
                </a:cubicBezTo>
                <a:close/>
                <a:moveTo>
                  <a:pt x="222405" y="217550"/>
                </a:moveTo>
                <a:cubicBezTo>
                  <a:pt x="196230" y="226870"/>
                  <a:pt x="161795" y="232172"/>
                  <a:pt x="125016" y="232172"/>
                </a:cubicBezTo>
                <a:cubicBezTo>
                  <a:pt x="88236" y="232172"/>
                  <a:pt x="53801" y="226870"/>
                  <a:pt x="27626" y="217550"/>
                </a:cubicBezTo>
                <a:cubicBezTo>
                  <a:pt x="17804" y="214033"/>
                  <a:pt x="8260" y="209624"/>
                  <a:pt x="0" y="204155"/>
                </a:cubicBezTo>
                <a:lnTo>
                  <a:pt x="0" y="241102"/>
                </a:lnTo>
                <a:cubicBezTo>
                  <a:pt x="0" y="265770"/>
                  <a:pt x="55978" y="285750"/>
                  <a:pt x="125016" y="285750"/>
                </a:cubicBezTo>
                <a:cubicBezTo>
                  <a:pt x="194053" y="285750"/>
                  <a:pt x="250031" y="265770"/>
                  <a:pt x="250031" y="241102"/>
                </a:cubicBezTo>
                <a:lnTo>
                  <a:pt x="250031" y="204155"/>
                </a:lnTo>
                <a:cubicBezTo>
                  <a:pt x="241771" y="209624"/>
                  <a:pt x="232283" y="214033"/>
                  <a:pt x="222405" y="217550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90538" y="26193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663" y="315277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43113" y="260985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138901" y="104209"/>
                </a:moveTo>
                <a:cubicBezTo>
                  <a:pt x="144482" y="109791"/>
                  <a:pt x="144482" y="118854"/>
                  <a:pt x="138901" y="124435"/>
                </a:cubicBezTo>
                <a:lnTo>
                  <a:pt x="53176" y="210160"/>
                </a:lnTo>
                <a:cubicBezTo>
                  <a:pt x="47595" y="215741"/>
                  <a:pt x="38532" y="215741"/>
                  <a:pt x="32951" y="210160"/>
                </a:cubicBezTo>
                <a:cubicBezTo>
                  <a:pt x="27369" y="204579"/>
                  <a:pt x="27369" y="195516"/>
                  <a:pt x="32951" y="189934"/>
                </a:cubicBezTo>
                <a:lnTo>
                  <a:pt x="108585" y="114300"/>
                </a:lnTo>
                <a:lnTo>
                  <a:pt x="32995" y="38666"/>
                </a:lnTo>
                <a:cubicBezTo>
                  <a:pt x="27414" y="33084"/>
                  <a:pt x="27414" y="24021"/>
                  <a:pt x="32995" y="18440"/>
                </a:cubicBezTo>
                <a:cubicBezTo>
                  <a:pt x="38576" y="12859"/>
                  <a:pt x="47640" y="12859"/>
                  <a:pt x="53221" y="18440"/>
                </a:cubicBezTo>
                <a:lnTo>
                  <a:pt x="138946" y="10416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Shape 7"/>
          <p:cNvSpPr/>
          <p:nvPr/>
        </p:nvSpPr>
        <p:spPr>
          <a:xfrm>
            <a:off x="2371725" y="2105025"/>
            <a:ext cx="1476375" cy="933450"/>
          </a:xfrm>
          <a:custGeom>
            <a:avLst/>
            <a:gdLst/>
            <a:ahLst/>
            <a:cxnLst/>
            <a:rect l="l" t="t" r="r" b="b"/>
            <a:pathLst>
              <a:path w="1476375" h="933450">
                <a:moveTo>
                  <a:pt x="0" y="0"/>
                </a:moveTo>
                <a:lnTo>
                  <a:pt x="1476375" y="0"/>
                </a:lnTo>
                <a:lnTo>
                  <a:pt x="147637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CCFF"/>
              </a:gs>
              <a:gs pos="100000">
                <a:srgbClr val="00CCFF">
                  <a:alpha val="70000"/>
                </a:srgbClr>
              </a:gs>
            </a:gsLst>
            <a:lin ang="5400000" scaled="1"/>
          </a:gradFill>
          <a:ln/>
        </p:spPr>
      </p:sp>
      <p:sp>
        <p:nvSpPr>
          <p:cNvPr id="10" name="Shape 8"/>
          <p:cNvSpPr/>
          <p:nvPr/>
        </p:nvSpPr>
        <p:spPr>
          <a:xfrm>
            <a:off x="2933700" y="2257425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232116" y="117481"/>
                </a:moveTo>
                <a:cubicBezTo>
                  <a:pt x="238925" y="115639"/>
                  <a:pt x="246069" y="118876"/>
                  <a:pt x="249138" y="125183"/>
                </a:cubicBezTo>
                <a:lnTo>
                  <a:pt x="259519" y="146168"/>
                </a:lnTo>
                <a:cubicBezTo>
                  <a:pt x="265268" y="146949"/>
                  <a:pt x="270904" y="148512"/>
                  <a:pt x="276206" y="150688"/>
                </a:cubicBezTo>
                <a:lnTo>
                  <a:pt x="295740" y="137685"/>
                </a:lnTo>
                <a:cubicBezTo>
                  <a:pt x="301600" y="133778"/>
                  <a:pt x="309358" y="134559"/>
                  <a:pt x="314325" y="139526"/>
                </a:cubicBezTo>
                <a:lnTo>
                  <a:pt x="325041" y="150242"/>
                </a:lnTo>
                <a:cubicBezTo>
                  <a:pt x="330008" y="155209"/>
                  <a:pt x="330789" y="163023"/>
                  <a:pt x="326882" y="168827"/>
                </a:cubicBezTo>
                <a:lnTo>
                  <a:pt x="313879" y="188305"/>
                </a:lnTo>
                <a:cubicBezTo>
                  <a:pt x="314939" y="190928"/>
                  <a:pt x="315888" y="193663"/>
                  <a:pt x="316669" y="196509"/>
                </a:cubicBezTo>
                <a:cubicBezTo>
                  <a:pt x="317450" y="199355"/>
                  <a:pt x="317953" y="202146"/>
                  <a:pt x="318343" y="204992"/>
                </a:cubicBezTo>
                <a:lnTo>
                  <a:pt x="339384" y="215373"/>
                </a:lnTo>
                <a:cubicBezTo>
                  <a:pt x="345691" y="218498"/>
                  <a:pt x="348928" y="225642"/>
                  <a:pt x="347086" y="232395"/>
                </a:cubicBezTo>
                <a:lnTo>
                  <a:pt x="343179" y="247017"/>
                </a:lnTo>
                <a:cubicBezTo>
                  <a:pt x="341337" y="253771"/>
                  <a:pt x="335031" y="258347"/>
                  <a:pt x="327999" y="257901"/>
                </a:cubicBezTo>
                <a:lnTo>
                  <a:pt x="304558" y="256394"/>
                </a:lnTo>
                <a:cubicBezTo>
                  <a:pt x="301042" y="260914"/>
                  <a:pt x="296968" y="265100"/>
                  <a:pt x="292336" y="268672"/>
                </a:cubicBezTo>
                <a:lnTo>
                  <a:pt x="293843" y="292057"/>
                </a:lnTo>
                <a:cubicBezTo>
                  <a:pt x="294289" y="299089"/>
                  <a:pt x="289713" y="305451"/>
                  <a:pt x="282959" y="307237"/>
                </a:cubicBezTo>
                <a:lnTo>
                  <a:pt x="268337" y="311144"/>
                </a:lnTo>
                <a:cubicBezTo>
                  <a:pt x="261528" y="312986"/>
                  <a:pt x="254440" y="309749"/>
                  <a:pt x="251315" y="303442"/>
                </a:cubicBezTo>
                <a:lnTo>
                  <a:pt x="240934" y="282457"/>
                </a:lnTo>
                <a:cubicBezTo>
                  <a:pt x="235186" y="281676"/>
                  <a:pt x="229549" y="280113"/>
                  <a:pt x="224247" y="277937"/>
                </a:cubicBezTo>
                <a:lnTo>
                  <a:pt x="204713" y="290940"/>
                </a:lnTo>
                <a:cubicBezTo>
                  <a:pt x="198853" y="294847"/>
                  <a:pt x="191095" y="294066"/>
                  <a:pt x="186128" y="289099"/>
                </a:cubicBezTo>
                <a:lnTo>
                  <a:pt x="175413" y="278383"/>
                </a:lnTo>
                <a:cubicBezTo>
                  <a:pt x="170445" y="273416"/>
                  <a:pt x="169664" y="265658"/>
                  <a:pt x="173571" y="259798"/>
                </a:cubicBezTo>
                <a:lnTo>
                  <a:pt x="186575" y="240264"/>
                </a:lnTo>
                <a:cubicBezTo>
                  <a:pt x="185514" y="237641"/>
                  <a:pt x="184565" y="234907"/>
                  <a:pt x="183784" y="232060"/>
                </a:cubicBezTo>
                <a:cubicBezTo>
                  <a:pt x="183003" y="229214"/>
                  <a:pt x="182500" y="226368"/>
                  <a:pt x="182110" y="223577"/>
                </a:cubicBezTo>
                <a:lnTo>
                  <a:pt x="161069" y="213196"/>
                </a:lnTo>
                <a:cubicBezTo>
                  <a:pt x="154763" y="210071"/>
                  <a:pt x="151581" y="202927"/>
                  <a:pt x="153367" y="196174"/>
                </a:cubicBezTo>
                <a:lnTo>
                  <a:pt x="157274" y="181552"/>
                </a:lnTo>
                <a:cubicBezTo>
                  <a:pt x="159116" y="174799"/>
                  <a:pt x="165422" y="170222"/>
                  <a:pt x="172455" y="170669"/>
                </a:cubicBezTo>
                <a:lnTo>
                  <a:pt x="195839" y="172176"/>
                </a:lnTo>
                <a:cubicBezTo>
                  <a:pt x="199355" y="167655"/>
                  <a:pt x="203429" y="163469"/>
                  <a:pt x="208062" y="159897"/>
                </a:cubicBezTo>
                <a:lnTo>
                  <a:pt x="206555" y="136568"/>
                </a:lnTo>
                <a:cubicBezTo>
                  <a:pt x="206108" y="129536"/>
                  <a:pt x="210685" y="123174"/>
                  <a:pt x="217438" y="121388"/>
                </a:cubicBezTo>
                <a:lnTo>
                  <a:pt x="232060" y="117481"/>
                </a:lnTo>
                <a:close/>
                <a:moveTo>
                  <a:pt x="250254" y="189756"/>
                </a:moveTo>
                <a:cubicBezTo>
                  <a:pt x="236701" y="189771"/>
                  <a:pt x="225710" y="200787"/>
                  <a:pt x="225726" y="214340"/>
                </a:cubicBezTo>
                <a:cubicBezTo>
                  <a:pt x="225741" y="227894"/>
                  <a:pt x="236757" y="238885"/>
                  <a:pt x="250310" y="238869"/>
                </a:cubicBezTo>
                <a:cubicBezTo>
                  <a:pt x="263863" y="238854"/>
                  <a:pt x="274854" y="227838"/>
                  <a:pt x="274839" y="214285"/>
                </a:cubicBezTo>
                <a:cubicBezTo>
                  <a:pt x="274824" y="200731"/>
                  <a:pt x="263808" y="189740"/>
                  <a:pt x="250254" y="189756"/>
                </a:cubicBezTo>
                <a:close/>
                <a:moveTo>
                  <a:pt x="125518" y="-25394"/>
                </a:moveTo>
                <a:lnTo>
                  <a:pt x="140140" y="-21487"/>
                </a:lnTo>
                <a:cubicBezTo>
                  <a:pt x="146893" y="-19645"/>
                  <a:pt x="151470" y="-13283"/>
                  <a:pt x="151023" y="-6307"/>
                </a:cubicBezTo>
                <a:lnTo>
                  <a:pt x="149516" y="17022"/>
                </a:lnTo>
                <a:cubicBezTo>
                  <a:pt x="154149" y="20594"/>
                  <a:pt x="158223" y="24724"/>
                  <a:pt x="161739" y="29301"/>
                </a:cubicBezTo>
                <a:lnTo>
                  <a:pt x="185179" y="27794"/>
                </a:lnTo>
                <a:cubicBezTo>
                  <a:pt x="192156" y="27347"/>
                  <a:pt x="198518" y="31924"/>
                  <a:pt x="200360" y="38677"/>
                </a:cubicBezTo>
                <a:lnTo>
                  <a:pt x="204267" y="53299"/>
                </a:lnTo>
                <a:cubicBezTo>
                  <a:pt x="206053" y="60052"/>
                  <a:pt x="202871" y="67196"/>
                  <a:pt x="196565" y="70321"/>
                </a:cubicBezTo>
                <a:lnTo>
                  <a:pt x="175524" y="80702"/>
                </a:lnTo>
                <a:cubicBezTo>
                  <a:pt x="175133" y="83548"/>
                  <a:pt x="174575" y="86395"/>
                  <a:pt x="173850" y="89185"/>
                </a:cubicBezTo>
                <a:cubicBezTo>
                  <a:pt x="173124" y="91976"/>
                  <a:pt x="172120" y="94766"/>
                  <a:pt x="171059" y="97389"/>
                </a:cubicBezTo>
                <a:lnTo>
                  <a:pt x="184063" y="116923"/>
                </a:lnTo>
                <a:cubicBezTo>
                  <a:pt x="187970" y="122783"/>
                  <a:pt x="187189" y="130541"/>
                  <a:pt x="182221" y="135508"/>
                </a:cubicBezTo>
                <a:lnTo>
                  <a:pt x="171506" y="146224"/>
                </a:lnTo>
                <a:cubicBezTo>
                  <a:pt x="166539" y="151191"/>
                  <a:pt x="158781" y="151972"/>
                  <a:pt x="152921" y="148065"/>
                </a:cubicBezTo>
                <a:lnTo>
                  <a:pt x="133387" y="135062"/>
                </a:lnTo>
                <a:cubicBezTo>
                  <a:pt x="128085" y="137238"/>
                  <a:pt x="122448" y="138801"/>
                  <a:pt x="116700" y="139582"/>
                </a:cubicBezTo>
                <a:lnTo>
                  <a:pt x="106319" y="160567"/>
                </a:lnTo>
                <a:cubicBezTo>
                  <a:pt x="103194" y="166874"/>
                  <a:pt x="96050" y="170055"/>
                  <a:pt x="89297" y="168269"/>
                </a:cubicBezTo>
                <a:lnTo>
                  <a:pt x="74675" y="164362"/>
                </a:lnTo>
                <a:cubicBezTo>
                  <a:pt x="67866" y="162520"/>
                  <a:pt x="63345" y="156158"/>
                  <a:pt x="63791" y="149182"/>
                </a:cubicBezTo>
                <a:lnTo>
                  <a:pt x="65298" y="125797"/>
                </a:lnTo>
                <a:cubicBezTo>
                  <a:pt x="60666" y="122225"/>
                  <a:pt x="56592" y="118095"/>
                  <a:pt x="53076" y="113519"/>
                </a:cubicBezTo>
                <a:lnTo>
                  <a:pt x="29635" y="115026"/>
                </a:lnTo>
                <a:cubicBezTo>
                  <a:pt x="22659" y="115472"/>
                  <a:pt x="16297" y="110896"/>
                  <a:pt x="14455" y="104142"/>
                </a:cubicBezTo>
                <a:lnTo>
                  <a:pt x="10548" y="89520"/>
                </a:lnTo>
                <a:cubicBezTo>
                  <a:pt x="8762" y="82767"/>
                  <a:pt x="11943" y="75623"/>
                  <a:pt x="18250" y="72498"/>
                </a:cubicBezTo>
                <a:lnTo>
                  <a:pt x="39291" y="62117"/>
                </a:lnTo>
                <a:cubicBezTo>
                  <a:pt x="39681" y="59271"/>
                  <a:pt x="40239" y="56480"/>
                  <a:pt x="40965" y="53634"/>
                </a:cubicBezTo>
                <a:cubicBezTo>
                  <a:pt x="41746" y="50788"/>
                  <a:pt x="42639" y="48053"/>
                  <a:pt x="43755" y="45430"/>
                </a:cubicBezTo>
                <a:lnTo>
                  <a:pt x="30752" y="25952"/>
                </a:lnTo>
                <a:cubicBezTo>
                  <a:pt x="26845" y="20092"/>
                  <a:pt x="27626" y="12334"/>
                  <a:pt x="32593" y="7367"/>
                </a:cubicBezTo>
                <a:lnTo>
                  <a:pt x="43309" y="-3349"/>
                </a:lnTo>
                <a:cubicBezTo>
                  <a:pt x="48276" y="-8316"/>
                  <a:pt x="56034" y="-9097"/>
                  <a:pt x="61894" y="-5190"/>
                </a:cubicBezTo>
                <a:lnTo>
                  <a:pt x="81428" y="7813"/>
                </a:lnTo>
                <a:cubicBezTo>
                  <a:pt x="86730" y="5637"/>
                  <a:pt x="92366" y="4074"/>
                  <a:pt x="98115" y="3293"/>
                </a:cubicBezTo>
                <a:lnTo>
                  <a:pt x="108496" y="-17692"/>
                </a:lnTo>
                <a:cubicBezTo>
                  <a:pt x="111621" y="-23999"/>
                  <a:pt x="118709" y="-27180"/>
                  <a:pt x="125518" y="-25394"/>
                </a:cubicBezTo>
                <a:close/>
                <a:moveTo>
                  <a:pt x="107379" y="46881"/>
                </a:moveTo>
                <a:cubicBezTo>
                  <a:pt x="93826" y="46881"/>
                  <a:pt x="82823" y="57884"/>
                  <a:pt x="82823" y="71438"/>
                </a:cubicBezTo>
                <a:cubicBezTo>
                  <a:pt x="82823" y="84991"/>
                  <a:pt x="93826" y="95994"/>
                  <a:pt x="107379" y="95994"/>
                </a:cubicBezTo>
                <a:cubicBezTo>
                  <a:pt x="120933" y="95994"/>
                  <a:pt x="131936" y="84991"/>
                  <a:pt x="131936" y="71438"/>
                </a:cubicBezTo>
                <a:cubicBezTo>
                  <a:pt x="131936" y="57884"/>
                  <a:pt x="120933" y="46881"/>
                  <a:pt x="107379" y="46881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2481263" y="26193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Process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38388" y="315277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033837" y="260985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138901" y="104209"/>
                </a:moveTo>
                <a:cubicBezTo>
                  <a:pt x="144482" y="109791"/>
                  <a:pt x="144482" y="118854"/>
                  <a:pt x="138901" y="124435"/>
                </a:cubicBezTo>
                <a:lnTo>
                  <a:pt x="53176" y="210160"/>
                </a:lnTo>
                <a:cubicBezTo>
                  <a:pt x="47595" y="215741"/>
                  <a:pt x="38532" y="215741"/>
                  <a:pt x="32951" y="210160"/>
                </a:cubicBezTo>
                <a:cubicBezTo>
                  <a:pt x="27369" y="204579"/>
                  <a:pt x="27369" y="195516"/>
                  <a:pt x="32951" y="189934"/>
                </a:cubicBezTo>
                <a:lnTo>
                  <a:pt x="108585" y="114300"/>
                </a:lnTo>
                <a:lnTo>
                  <a:pt x="32995" y="38666"/>
                </a:lnTo>
                <a:cubicBezTo>
                  <a:pt x="27414" y="33084"/>
                  <a:pt x="27414" y="24021"/>
                  <a:pt x="32995" y="18440"/>
                </a:cubicBezTo>
                <a:cubicBezTo>
                  <a:pt x="38576" y="12859"/>
                  <a:pt x="47640" y="12859"/>
                  <a:pt x="53221" y="18440"/>
                </a:cubicBezTo>
                <a:lnTo>
                  <a:pt x="138946" y="10416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Shape 12"/>
          <p:cNvSpPr/>
          <p:nvPr/>
        </p:nvSpPr>
        <p:spPr>
          <a:xfrm>
            <a:off x="4362450" y="2105025"/>
            <a:ext cx="1476375" cy="933450"/>
          </a:xfrm>
          <a:custGeom>
            <a:avLst/>
            <a:gdLst/>
            <a:ahLst/>
            <a:cxnLst/>
            <a:rect l="l" t="t" r="r" b="b"/>
            <a:pathLst>
              <a:path w="1476375" h="933450">
                <a:moveTo>
                  <a:pt x="0" y="0"/>
                </a:moveTo>
                <a:lnTo>
                  <a:pt x="1476375" y="0"/>
                </a:lnTo>
                <a:lnTo>
                  <a:pt x="147637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DFF00"/>
              </a:gs>
              <a:gs pos="100000">
                <a:srgbClr val="DDFF00">
                  <a:alpha val="70000"/>
                </a:srgbClr>
              </a:gs>
            </a:gsLst>
            <a:lin ang="54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4960144" y="2257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66973" y="31254"/>
                </a:moveTo>
                <a:cubicBezTo>
                  <a:pt x="66973" y="14008"/>
                  <a:pt x="80981" y="0"/>
                  <a:pt x="98227" y="0"/>
                </a:cubicBezTo>
                <a:lnTo>
                  <a:pt x="111621" y="0"/>
                </a:lnTo>
                <a:cubicBezTo>
                  <a:pt x="121500" y="0"/>
                  <a:pt x="129480" y="7981"/>
                  <a:pt x="129480" y="17859"/>
                </a:cubicBezTo>
                <a:lnTo>
                  <a:pt x="129480" y="267891"/>
                </a:lnTo>
                <a:cubicBezTo>
                  <a:pt x="129480" y="277769"/>
                  <a:pt x="121500" y="285750"/>
                  <a:pt x="111621" y="285750"/>
                </a:cubicBezTo>
                <a:lnTo>
                  <a:pt x="93762" y="285750"/>
                </a:lnTo>
                <a:cubicBezTo>
                  <a:pt x="77130" y="285750"/>
                  <a:pt x="63122" y="274365"/>
                  <a:pt x="59159" y="258961"/>
                </a:cubicBezTo>
                <a:cubicBezTo>
                  <a:pt x="58769" y="258961"/>
                  <a:pt x="58434" y="258961"/>
                  <a:pt x="58043" y="258961"/>
                </a:cubicBezTo>
                <a:cubicBezTo>
                  <a:pt x="33375" y="258961"/>
                  <a:pt x="13395" y="238981"/>
                  <a:pt x="13395" y="214313"/>
                </a:cubicBezTo>
                <a:cubicBezTo>
                  <a:pt x="13395" y="204267"/>
                  <a:pt x="16743" y="195002"/>
                  <a:pt x="22324" y="187523"/>
                </a:cubicBezTo>
                <a:cubicBezTo>
                  <a:pt x="11497" y="179375"/>
                  <a:pt x="4465" y="166427"/>
                  <a:pt x="4465" y="151805"/>
                </a:cubicBezTo>
                <a:cubicBezTo>
                  <a:pt x="4465" y="134559"/>
                  <a:pt x="14288" y="119546"/>
                  <a:pt x="28575" y="112123"/>
                </a:cubicBezTo>
                <a:cubicBezTo>
                  <a:pt x="24612" y="105426"/>
                  <a:pt x="22324" y="97613"/>
                  <a:pt x="22324" y="89297"/>
                </a:cubicBezTo>
                <a:cubicBezTo>
                  <a:pt x="22324" y="64629"/>
                  <a:pt x="42304" y="44648"/>
                  <a:pt x="66973" y="44648"/>
                </a:cubicBezTo>
                <a:lnTo>
                  <a:pt x="66973" y="31254"/>
                </a:lnTo>
                <a:close/>
                <a:moveTo>
                  <a:pt x="218777" y="31254"/>
                </a:moveTo>
                <a:lnTo>
                  <a:pt x="218777" y="44648"/>
                </a:lnTo>
                <a:cubicBezTo>
                  <a:pt x="243446" y="44648"/>
                  <a:pt x="263426" y="64629"/>
                  <a:pt x="263426" y="89297"/>
                </a:cubicBezTo>
                <a:cubicBezTo>
                  <a:pt x="263426" y="97668"/>
                  <a:pt x="261138" y="105482"/>
                  <a:pt x="257175" y="112123"/>
                </a:cubicBezTo>
                <a:cubicBezTo>
                  <a:pt x="271518" y="119546"/>
                  <a:pt x="281285" y="134503"/>
                  <a:pt x="281285" y="151805"/>
                </a:cubicBezTo>
                <a:cubicBezTo>
                  <a:pt x="281285" y="166427"/>
                  <a:pt x="274253" y="179375"/>
                  <a:pt x="263426" y="187523"/>
                </a:cubicBezTo>
                <a:cubicBezTo>
                  <a:pt x="269007" y="195002"/>
                  <a:pt x="272355" y="204267"/>
                  <a:pt x="272355" y="214313"/>
                </a:cubicBezTo>
                <a:cubicBezTo>
                  <a:pt x="272355" y="238981"/>
                  <a:pt x="252375" y="258961"/>
                  <a:pt x="227707" y="258961"/>
                </a:cubicBezTo>
                <a:cubicBezTo>
                  <a:pt x="227316" y="258961"/>
                  <a:pt x="226981" y="258961"/>
                  <a:pt x="226591" y="258961"/>
                </a:cubicBezTo>
                <a:cubicBezTo>
                  <a:pt x="222628" y="274365"/>
                  <a:pt x="208620" y="285750"/>
                  <a:pt x="191988" y="285750"/>
                </a:cubicBezTo>
                <a:lnTo>
                  <a:pt x="174129" y="285750"/>
                </a:lnTo>
                <a:cubicBezTo>
                  <a:pt x="164250" y="285750"/>
                  <a:pt x="156270" y="277769"/>
                  <a:pt x="156270" y="267891"/>
                </a:cubicBezTo>
                <a:lnTo>
                  <a:pt x="156270" y="17859"/>
                </a:lnTo>
                <a:cubicBezTo>
                  <a:pt x="156270" y="7981"/>
                  <a:pt x="164250" y="0"/>
                  <a:pt x="174129" y="0"/>
                </a:cubicBezTo>
                <a:lnTo>
                  <a:pt x="187523" y="0"/>
                </a:lnTo>
                <a:cubicBezTo>
                  <a:pt x="204769" y="0"/>
                  <a:pt x="218777" y="14008"/>
                  <a:pt x="218777" y="31254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4471988" y="26193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ML 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29113" y="315277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24563" y="260985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138901" y="104209"/>
                </a:moveTo>
                <a:cubicBezTo>
                  <a:pt x="144482" y="109791"/>
                  <a:pt x="144482" y="118854"/>
                  <a:pt x="138901" y="124435"/>
                </a:cubicBezTo>
                <a:lnTo>
                  <a:pt x="53176" y="210160"/>
                </a:lnTo>
                <a:cubicBezTo>
                  <a:pt x="47595" y="215741"/>
                  <a:pt x="38532" y="215741"/>
                  <a:pt x="32951" y="210160"/>
                </a:cubicBezTo>
                <a:cubicBezTo>
                  <a:pt x="27369" y="204579"/>
                  <a:pt x="27369" y="195516"/>
                  <a:pt x="32951" y="189934"/>
                </a:cubicBezTo>
                <a:lnTo>
                  <a:pt x="108585" y="114300"/>
                </a:lnTo>
                <a:lnTo>
                  <a:pt x="32995" y="38666"/>
                </a:lnTo>
                <a:cubicBezTo>
                  <a:pt x="27414" y="33084"/>
                  <a:pt x="27414" y="24021"/>
                  <a:pt x="32995" y="18440"/>
                </a:cubicBezTo>
                <a:cubicBezTo>
                  <a:pt x="38576" y="12859"/>
                  <a:pt x="47640" y="12859"/>
                  <a:pt x="53221" y="18440"/>
                </a:cubicBezTo>
                <a:lnTo>
                  <a:pt x="138946" y="10416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9" name="Shape 17"/>
          <p:cNvSpPr/>
          <p:nvPr/>
        </p:nvSpPr>
        <p:spPr>
          <a:xfrm>
            <a:off x="6353175" y="2105025"/>
            <a:ext cx="1476375" cy="933450"/>
          </a:xfrm>
          <a:custGeom>
            <a:avLst/>
            <a:gdLst/>
            <a:ahLst/>
            <a:cxnLst/>
            <a:rect l="l" t="t" r="r" b="b"/>
            <a:pathLst>
              <a:path w="1476375" h="933450">
                <a:moveTo>
                  <a:pt x="0" y="0"/>
                </a:moveTo>
                <a:lnTo>
                  <a:pt x="1476375" y="0"/>
                </a:lnTo>
                <a:lnTo>
                  <a:pt x="147637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FF88"/>
              </a:gs>
              <a:gs pos="100000">
                <a:srgbClr val="01FF88">
                  <a:alpha val="70000"/>
                </a:srgbClr>
              </a:gs>
            </a:gsLst>
            <a:lin ang="54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6950869" y="2257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7859" y="17859"/>
                </a:moveTo>
                <a:cubicBezTo>
                  <a:pt x="27738" y="17859"/>
                  <a:pt x="35719" y="25840"/>
                  <a:pt x="35719" y="35719"/>
                </a:cubicBezTo>
                <a:lnTo>
                  <a:pt x="35719" y="223242"/>
                </a:lnTo>
                <a:cubicBezTo>
                  <a:pt x="35719" y="228154"/>
                  <a:pt x="39737" y="232172"/>
                  <a:pt x="44648" y="232172"/>
                </a:cubicBezTo>
                <a:lnTo>
                  <a:pt x="267891" y="232172"/>
                </a:lnTo>
                <a:cubicBezTo>
                  <a:pt x="277769" y="232172"/>
                  <a:pt x="285750" y="240153"/>
                  <a:pt x="285750" y="250031"/>
                </a:cubicBezTo>
                <a:cubicBezTo>
                  <a:pt x="285750" y="259910"/>
                  <a:pt x="277769" y="267891"/>
                  <a:pt x="267891" y="267891"/>
                </a:cubicBezTo>
                <a:lnTo>
                  <a:pt x="44648" y="267891"/>
                </a:lnTo>
                <a:cubicBezTo>
                  <a:pt x="19980" y="267891"/>
                  <a:pt x="0" y="247910"/>
                  <a:pt x="0" y="223242"/>
                </a:cubicBezTo>
                <a:lnTo>
                  <a:pt x="0" y="35719"/>
                </a:lnTo>
                <a:cubicBezTo>
                  <a:pt x="0" y="25840"/>
                  <a:pt x="7981" y="17859"/>
                  <a:pt x="17859" y="17859"/>
                </a:cubicBezTo>
                <a:close/>
                <a:moveTo>
                  <a:pt x="71438" y="53578"/>
                </a:moveTo>
                <a:cubicBezTo>
                  <a:pt x="71438" y="43700"/>
                  <a:pt x="79418" y="35719"/>
                  <a:pt x="89297" y="35719"/>
                </a:cubicBezTo>
                <a:lnTo>
                  <a:pt x="196453" y="35719"/>
                </a:lnTo>
                <a:cubicBezTo>
                  <a:pt x="206332" y="35719"/>
                  <a:pt x="214313" y="43700"/>
                  <a:pt x="214313" y="53578"/>
                </a:cubicBezTo>
                <a:cubicBezTo>
                  <a:pt x="214313" y="63457"/>
                  <a:pt x="206332" y="71438"/>
                  <a:pt x="196453" y="71438"/>
                </a:cubicBezTo>
                <a:lnTo>
                  <a:pt x="89297" y="71438"/>
                </a:lnTo>
                <a:cubicBezTo>
                  <a:pt x="79418" y="71438"/>
                  <a:pt x="71438" y="63457"/>
                  <a:pt x="71438" y="53578"/>
                </a:cubicBezTo>
                <a:close/>
                <a:moveTo>
                  <a:pt x="89297" y="98227"/>
                </a:moveTo>
                <a:lnTo>
                  <a:pt x="160734" y="98227"/>
                </a:lnTo>
                <a:cubicBezTo>
                  <a:pt x="170613" y="98227"/>
                  <a:pt x="178594" y="106207"/>
                  <a:pt x="178594" y="116086"/>
                </a:cubicBezTo>
                <a:cubicBezTo>
                  <a:pt x="178594" y="125964"/>
                  <a:pt x="170613" y="133945"/>
                  <a:pt x="160734" y="133945"/>
                </a:cubicBezTo>
                <a:lnTo>
                  <a:pt x="89297" y="133945"/>
                </a:lnTo>
                <a:cubicBezTo>
                  <a:pt x="79418" y="133945"/>
                  <a:pt x="71438" y="125964"/>
                  <a:pt x="71438" y="116086"/>
                </a:cubicBezTo>
                <a:cubicBezTo>
                  <a:pt x="71438" y="106207"/>
                  <a:pt x="79418" y="98227"/>
                  <a:pt x="89297" y="98227"/>
                </a:cubicBezTo>
                <a:close/>
                <a:moveTo>
                  <a:pt x="89297" y="160734"/>
                </a:moveTo>
                <a:lnTo>
                  <a:pt x="232172" y="160734"/>
                </a:lnTo>
                <a:cubicBezTo>
                  <a:pt x="242050" y="160734"/>
                  <a:pt x="250031" y="168715"/>
                  <a:pt x="250031" y="178594"/>
                </a:cubicBezTo>
                <a:cubicBezTo>
                  <a:pt x="250031" y="188472"/>
                  <a:pt x="242050" y="196453"/>
                  <a:pt x="232172" y="196453"/>
                </a:cubicBezTo>
                <a:lnTo>
                  <a:pt x="89297" y="196453"/>
                </a:lnTo>
                <a:cubicBezTo>
                  <a:pt x="79418" y="196453"/>
                  <a:pt x="71438" y="188472"/>
                  <a:pt x="71438" y="178594"/>
                </a:cubicBezTo>
                <a:cubicBezTo>
                  <a:pt x="71438" y="168715"/>
                  <a:pt x="79418" y="160734"/>
                  <a:pt x="89297" y="160734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62713" y="26193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Predict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19838" y="315277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Congestion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15288" y="260985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138901" y="104209"/>
                </a:moveTo>
                <a:cubicBezTo>
                  <a:pt x="144482" y="109791"/>
                  <a:pt x="144482" y="118854"/>
                  <a:pt x="138901" y="124435"/>
                </a:cubicBezTo>
                <a:lnTo>
                  <a:pt x="53176" y="210160"/>
                </a:lnTo>
                <a:cubicBezTo>
                  <a:pt x="47595" y="215741"/>
                  <a:pt x="38532" y="215741"/>
                  <a:pt x="32951" y="210160"/>
                </a:cubicBezTo>
                <a:cubicBezTo>
                  <a:pt x="27369" y="204579"/>
                  <a:pt x="27369" y="195516"/>
                  <a:pt x="32951" y="189934"/>
                </a:cubicBezTo>
                <a:lnTo>
                  <a:pt x="108585" y="114300"/>
                </a:lnTo>
                <a:lnTo>
                  <a:pt x="32995" y="38666"/>
                </a:lnTo>
                <a:cubicBezTo>
                  <a:pt x="27414" y="33084"/>
                  <a:pt x="27414" y="24021"/>
                  <a:pt x="32995" y="18440"/>
                </a:cubicBezTo>
                <a:cubicBezTo>
                  <a:pt x="38576" y="12859"/>
                  <a:pt x="47640" y="12859"/>
                  <a:pt x="53221" y="18440"/>
                </a:cubicBezTo>
                <a:lnTo>
                  <a:pt x="138946" y="10416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4" name="Shape 22"/>
          <p:cNvSpPr/>
          <p:nvPr/>
        </p:nvSpPr>
        <p:spPr>
          <a:xfrm>
            <a:off x="8343900" y="2105025"/>
            <a:ext cx="1476375" cy="933450"/>
          </a:xfrm>
          <a:custGeom>
            <a:avLst/>
            <a:gdLst/>
            <a:ahLst/>
            <a:cxnLst/>
            <a:rect l="l" t="t" r="r" b="b"/>
            <a:pathLst>
              <a:path w="1476375" h="933450">
                <a:moveTo>
                  <a:pt x="0" y="0"/>
                </a:moveTo>
                <a:lnTo>
                  <a:pt x="1476375" y="0"/>
                </a:lnTo>
                <a:lnTo>
                  <a:pt x="147637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CCFF"/>
              </a:gs>
              <a:gs pos="100000">
                <a:srgbClr val="00CCFF">
                  <a:alpha val="70000"/>
                </a:srgbClr>
              </a:gs>
            </a:gsLst>
            <a:lin ang="54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8941594" y="2257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5750" y="53578"/>
                </a:moveTo>
                <a:cubicBezTo>
                  <a:pt x="285750" y="81595"/>
                  <a:pt x="252766" y="123397"/>
                  <a:pt x="238534" y="140084"/>
                </a:cubicBezTo>
                <a:cubicBezTo>
                  <a:pt x="236413" y="142540"/>
                  <a:pt x="233288" y="143489"/>
                  <a:pt x="230442" y="142875"/>
                </a:cubicBezTo>
                <a:lnTo>
                  <a:pt x="178594" y="142875"/>
                </a:lnTo>
                <a:cubicBezTo>
                  <a:pt x="168715" y="142875"/>
                  <a:pt x="160734" y="150856"/>
                  <a:pt x="160734" y="160734"/>
                </a:cubicBezTo>
                <a:cubicBezTo>
                  <a:pt x="160734" y="170613"/>
                  <a:pt x="168715" y="178594"/>
                  <a:pt x="178594" y="178594"/>
                </a:cubicBezTo>
                <a:lnTo>
                  <a:pt x="232172" y="178594"/>
                </a:lnTo>
                <a:cubicBezTo>
                  <a:pt x="261751" y="178594"/>
                  <a:pt x="285750" y="202592"/>
                  <a:pt x="285750" y="232172"/>
                </a:cubicBezTo>
                <a:cubicBezTo>
                  <a:pt x="285750" y="261751"/>
                  <a:pt x="261751" y="285750"/>
                  <a:pt x="232172" y="285750"/>
                </a:cubicBezTo>
                <a:lnTo>
                  <a:pt x="77912" y="285750"/>
                </a:lnTo>
                <a:cubicBezTo>
                  <a:pt x="82767" y="280225"/>
                  <a:pt x="88683" y="273137"/>
                  <a:pt x="94655" y="265212"/>
                </a:cubicBezTo>
                <a:cubicBezTo>
                  <a:pt x="98171" y="260524"/>
                  <a:pt x="101798" y="255389"/>
                  <a:pt x="105259" y="250031"/>
                </a:cubicBezTo>
                <a:lnTo>
                  <a:pt x="232172" y="250031"/>
                </a:lnTo>
                <a:cubicBezTo>
                  <a:pt x="242050" y="250031"/>
                  <a:pt x="250031" y="242050"/>
                  <a:pt x="250031" y="232172"/>
                </a:cubicBezTo>
                <a:cubicBezTo>
                  <a:pt x="250031" y="222293"/>
                  <a:pt x="242050" y="214313"/>
                  <a:pt x="232172" y="214313"/>
                </a:cubicBezTo>
                <a:lnTo>
                  <a:pt x="178594" y="214313"/>
                </a:lnTo>
                <a:cubicBezTo>
                  <a:pt x="149014" y="214313"/>
                  <a:pt x="125016" y="190314"/>
                  <a:pt x="125016" y="160734"/>
                </a:cubicBezTo>
                <a:cubicBezTo>
                  <a:pt x="125016" y="131155"/>
                  <a:pt x="149014" y="107156"/>
                  <a:pt x="178594" y="107156"/>
                </a:cubicBezTo>
                <a:lnTo>
                  <a:pt x="200806" y="107156"/>
                </a:lnTo>
                <a:cubicBezTo>
                  <a:pt x="189086" y="89576"/>
                  <a:pt x="178594" y="69373"/>
                  <a:pt x="178594" y="53578"/>
                </a:cubicBezTo>
                <a:cubicBezTo>
                  <a:pt x="178594" y="23999"/>
                  <a:pt x="202592" y="0"/>
                  <a:pt x="232172" y="0"/>
                </a:cubicBezTo>
                <a:cubicBezTo>
                  <a:pt x="261751" y="0"/>
                  <a:pt x="285750" y="23999"/>
                  <a:pt x="285750" y="53578"/>
                </a:cubicBezTo>
                <a:close/>
                <a:moveTo>
                  <a:pt x="65354" y="272969"/>
                </a:moveTo>
                <a:cubicBezTo>
                  <a:pt x="63233" y="275369"/>
                  <a:pt x="61336" y="277490"/>
                  <a:pt x="59717" y="279276"/>
                </a:cubicBezTo>
                <a:lnTo>
                  <a:pt x="58713" y="280392"/>
                </a:lnTo>
                <a:lnTo>
                  <a:pt x="58601" y="280281"/>
                </a:lnTo>
                <a:cubicBezTo>
                  <a:pt x="55252" y="282848"/>
                  <a:pt x="50453" y="282513"/>
                  <a:pt x="47439" y="279276"/>
                </a:cubicBezTo>
                <a:cubicBezTo>
                  <a:pt x="33375" y="263984"/>
                  <a:pt x="0" y="224637"/>
                  <a:pt x="0" y="196453"/>
                </a:cubicBezTo>
                <a:cubicBezTo>
                  <a:pt x="0" y="166874"/>
                  <a:pt x="23999" y="142875"/>
                  <a:pt x="53578" y="142875"/>
                </a:cubicBezTo>
                <a:cubicBezTo>
                  <a:pt x="83158" y="142875"/>
                  <a:pt x="107156" y="166874"/>
                  <a:pt x="107156" y="196453"/>
                </a:cubicBezTo>
                <a:cubicBezTo>
                  <a:pt x="107156" y="213196"/>
                  <a:pt x="95380" y="233846"/>
                  <a:pt x="82879" y="251092"/>
                </a:cubicBezTo>
                <a:cubicBezTo>
                  <a:pt x="76907" y="259296"/>
                  <a:pt x="70768" y="266719"/>
                  <a:pt x="65689" y="272579"/>
                </a:cubicBezTo>
                <a:lnTo>
                  <a:pt x="65354" y="272969"/>
                </a:lnTo>
                <a:close/>
                <a:moveTo>
                  <a:pt x="71438" y="196453"/>
                </a:moveTo>
                <a:cubicBezTo>
                  <a:pt x="71438" y="186596"/>
                  <a:pt x="63435" y="178594"/>
                  <a:pt x="53578" y="178594"/>
                </a:cubicBezTo>
                <a:cubicBezTo>
                  <a:pt x="43721" y="178594"/>
                  <a:pt x="35719" y="186596"/>
                  <a:pt x="35719" y="196453"/>
                </a:cubicBezTo>
                <a:cubicBezTo>
                  <a:pt x="35719" y="206310"/>
                  <a:pt x="43721" y="214313"/>
                  <a:pt x="53578" y="214313"/>
                </a:cubicBezTo>
                <a:cubicBezTo>
                  <a:pt x="63435" y="214313"/>
                  <a:pt x="71438" y="206310"/>
                  <a:pt x="71438" y="196453"/>
                </a:cubicBezTo>
                <a:close/>
                <a:moveTo>
                  <a:pt x="232172" y="71438"/>
                </a:moveTo>
                <a:cubicBezTo>
                  <a:pt x="242029" y="71438"/>
                  <a:pt x="250031" y="63435"/>
                  <a:pt x="250031" y="53578"/>
                </a:cubicBezTo>
                <a:cubicBezTo>
                  <a:pt x="250031" y="43721"/>
                  <a:pt x="242029" y="35719"/>
                  <a:pt x="232172" y="35719"/>
                </a:cubicBezTo>
                <a:cubicBezTo>
                  <a:pt x="222315" y="35719"/>
                  <a:pt x="214313" y="43721"/>
                  <a:pt x="214313" y="53578"/>
                </a:cubicBezTo>
                <a:cubicBezTo>
                  <a:pt x="214313" y="63435"/>
                  <a:pt x="222315" y="71438"/>
                  <a:pt x="232172" y="71438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453438" y="26193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Optimize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10562" y="315277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06013" y="260985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138901" y="104209"/>
                </a:moveTo>
                <a:cubicBezTo>
                  <a:pt x="144482" y="109791"/>
                  <a:pt x="144482" y="118854"/>
                  <a:pt x="138901" y="124435"/>
                </a:cubicBezTo>
                <a:lnTo>
                  <a:pt x="53176" y="210160"/>
                </a:lnTo>
                <a:cubicBezTo>
                  <a:pt x="47595" y="215741"/>
                  <a:pt x="38532" y="215741"/>
                  <a:pt x="32951" y="210160"/>
                </a:cubicBezTo>
                <a:cubicBezTo>
                  <a:pt x="27369" y="204579"/>
                  <a:pt x="27369" y="195516"/>
                  <a:pt x="32951" y="189934"/>
                </a:cubicBezTo>
                <a:lnTo>
                  <a:pt x="108585" y="114300"/>
                </a:lnTo>
                <a:lnTo>
                  <a:pt x="32995" y="38666"/>
                </a:lnTo>
                <a:cubicBezTo>
                  <a:pt x="27414" y="33084"/>
                  <a:pt x="27414" y="24021"/>
                  <a:pt x="32995" y="18440"/>
                </a:cubicBezTo>
                <a:cubicBezTo>
                  <a:pt x="38576" y="12859"/>
                  <a:pt x="47640" y="12859"/>
                  <a:pt x="53221" y="18440"/>
                </a:cubicBezTo>
                <a:lnTo>
                  <a:pt x="138946" y="10416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334625" y="2105025"/>
            <a:ext cx="1476375" cy="933450"/>
          </a:xfrm>
          <a:custGeom>
            <a:avLst/>
            <a:gdLst/>
            <a:ahLst/>
            <a:cxnLst/>
            <a:rect l="l" t="t" r="r" b="b"/>
            <a:pathLst>
              <a:path w="1476375" h="933450">
                <a:moveTo>
                  <a:pt x="0" y="0"/>
                </a:moveTo>
                <a:lnTo>
                  <a:pt x="1476375" y="0"/>
                </a:lnTo>
                <a:lnTo>
                  <a:pt x="1476375" y="933450"/>
                </a:lnTo>
                <a:lnTo>
                  <a:pt x="0" y="9334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DFF00"/>
              </a:gs>
              <a:gs pos="100000">
                <a:srgbClr val="DDFF00">
                  <a:alpha val="70000"/>
                </a:srgbClr>
              </a:gs>
            </a:gsLst>
            <a:lin ang="54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10932319" y="2257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17859"/>
                </a:moveTo>
                <a:cubicBezTo>
                  <a:pt x="16018" y="17859"/>
                  <a:pt x="0" y="33877"/>
                  <a:pt x="0" y="53578"/>
                </a:cubicBezTo>
                <a:lnTo>
                  <a:pt x="0" y="196453"/>
                </a:lnTo>
                <a:cubicBezTo>
                  <a:pt x="0" y="216154"/>
                  <a:pt x="16018" y="232172"/>
                  <a:pt x="35719" y="232172"/>
                </a:cubicBezTo>
                <a:lnTo>
                  <a:pt x="116086" y="232172"/>
                </a:lnTo>
                <a:lnTo>
                  <a:pt x="107156" y="258961"/>
                </a:lnTo>
                <a:lnTo>
                  <a:pt x="66973" y="258961"/>
                </a:lnTo>
                <a:cubicBezTo>
                  <a:pt x="59550" y="258961"/>
                  <a:pt x="53578" y="264933"/>
                  <a:pt x="53578" y="272355"/>
                </a:cubicBezTo>
                <a:cubicBezTo>
                  <a:pt x="53578" y="279778"/>
                  <a:pt x="59550" y="285750"/>
                  <a:pt x="66973" y="285750"/>
                </a:cubicBezTo>
                <a:lnTo>
                  <a:pt x="218777" y="285750"/>
                </a:lnTo>
                <a:cubicBezTo>
                  <a:pt x="226200" y="285750"/>
                  <a:pt x="232172" y="279778"/>
                  <a:pt x="232172" y="272355"/>
                </a:cubicBezTo>
                <a:cubicBezTo>
                  <a:pt x="232172" y="264933"/>
                  <a:pt x="226200" y="258961"/>
                  <a:pt x="218777" y="258961"/>
                </a:cubicBezTo>
                <a:lnTo>
                  <a:pt x="178594" y="258961"/>
                </a:lnTo>
                <a:lnTo>
                  <a:pt x="169664" y="232172"/>
                </a:lnTo>
                <a:lnTo>
                  <a:pt x="250031" y="232172"/>
                </a:lnTo>
                <a:cubicBezTo>
                  <a:pt x="269732" y="232172"/>
                  <a:pt x="285750" y="216154"/>
                  <a:pt x="285750" y="196453"/>
                </a:cubicBezTo>
                <a:lnTo>
                  <a:pt x="285750" y="53578"/>
                </a:lnTo>
                <a:cubicBezTo>
                  <a:pt x="285750" y="33877"/>
                  <a:pt x="269732" y="17859"/>
                  <a:pt x="250031" y="17859"/>
                </a:cubicBezTo>
                <a:lnTo>
                  <a:pt x="35719" y="17859"/>
                </a:lnTo>
                <a:close/>
                <a:moveTo>
                  <a:pt x="53578" y="53578"/>
                </a:moveTo>
                <a:lnTo>
                  <a:pt x="232172" y="53578"/>
                </a:lnTo>
                <a:cubicBezTo>
                  <a:pt x="242050" y="53578"/>
                  <a:pt x="250031" y="61559"/>
                  <a:pt x="250031" y="71438"/>
                </a:cubicBezTo>
                <a:lnTo>
                  <a:pt x="250031" y="160734"/>
                </a:lnTo>
                <a:cubicBezTo>
                  <a:pt x="250031" y="170613"/>
                  <a:pt x="242050" y="178594"/>
                  <a:pt x="232172" y="178594"/>
                </a:cubicBezTo>
                <a:lnTo>
                  <a:pt x="53578" y="178594"/>
                </a:lnTo>
                <a:cubicBezTo>
                  <a:pt x="43700" y="178594"/>
                  <a:pt x="35719" y="170613"/>
                  <a:pt x="35719" y="160734"/>
                </a:cubicBezTo>
                <a:lnTo>
                  <a:pt x="35719" y="71438"/>
                </a:lnTo>
                <a:cubicBezTo>
                  <a:pt x="35719" y="61559"/>
                  <a:pt x="43700" y="53578"/>
                  <a:pt x="53578" y="53578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10444163" y="26193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301288" y="3152775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0050" y="3571875"/>
            <a:ext cx="5581650" cy="2400300"/>
          </a:xfrm>
          <a:custGeom>
            <a:avLst/>
            <a:gdLst/>
            <a:ahLst/>
            <a:cxnLst/>
            <a:rect l="l" t="t" r="r" b="b"/>
            <a:pathLst>
              <a:path w="5581650" h="2400300">
                <a:moveTo>
                  <a:pt x="0" y="0"/>
                </a:moveTo>
                <a:lnTo>
                  <a:pt x="5581650" y="0"/>
                </a:lnTo>
                <a:lnTo>
                  <a:pt x="558165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" y="3571875"/>
            <a:ext cx="38100" cy="2400300"/>
          </a:xfrm>
          <a:custGeom>
            <a:avLst/>
            <a:gdLst/>
            <a:ahLst/>
            <a:cxnLst/>
            <a:rect l="l" t="t" r="r" b="b"/>
            <a:pathLst>
              <a:path w="38100" h="2400300">
                <a:moveTo>
                  <a:pt x="0" y="0"/>
                </a:moveTo>
                <a:lnTo>
                  <a:pt x="38100" y="0"/>
                </a:lnTo>
                <a:lnTo>
                  <a:pt x="381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5" name="Shape 33"/>
          <p:cNvSpPr/>
          <p:nvPr/>
        </p:nvSpPr>
        <p:spPr>
          <a:xfrm>
            <a:off x="638175" y="38004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6" name="Text 34"/>
          <p:cNvSpPr/>
          <p:nvPr/>
        </p:nvSpPr>
        <p:spPr>
          <a:xfrm>
            <a:off x="981075" y="3762375"/>
            <a:ext cx="4924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9600" y="42194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8" name="Text 36"/>
          <p:cNvSpPr/>
          <p:nvPr/>
        </p:nvSpPr>
        <p:spPr>
          <a:xfrm>
            <a:off x="571500" y="4219456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28700" y="4257556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Multi-source ingestion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sensors, APIs, historical data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09600" y="46385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41" name="Text 39"/>
          <p:cNvSpPr/>
          <p:nvPr/>
        </p:nvSpPr>
        <p:spPr>
          <a:xfrm>
            <a:off x="571500" y="4638556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8700" y="4676656"/>
            <a:ext cx="3409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 processing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real-time feature engineering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09600" y="50576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44" name="Text 42"/>
          <p:cNvSpPr/>
          <p:nvPr/>
        </p:nvSpPr>
        <p:spPr>
          <a:xfrm>
            <a:off x="571500" y="5057656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28700" y="5095756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inference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predict congestion levels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09600" y="54767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7" name="Text 45"/>
          <p:cNvSpPr/>
          <p:nvPr/>
        </p:nvSpPr>
        <p:spPr>
          <a:xfrm>
            <a:off x="571500" y="5476756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28700" y="5514856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 calculation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Dijkstra/A* optimization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29350" y="3571875"/>
            <a:ext cx="5581650" cy="2400300"/>
          </a:xfrm>
          <a:custGeom>
            <a:avLst/>
            <a:gdLst/>
            <a:ahLst/>
            <a:cxnLst/>
            <a:rect l="l" t="t" r="r" b="b"/>
            <a:pathLst>
              <a:path w="5581650" h="2400300">
                <a:moveTo>
                  <a:pt x="0" y="0"/>
                </a:moveTo>
                <a:lnTo>
                  <a:pt x="5581650" y="0"/>
                </a:lnTo>
                <a:lnTo>
                  <a:pt x="558165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50" name="Shape 48"/>
          <p:cNvSpPr/>
          <p:nvPr/>
        </p:nvSpPr>
        <p:spPr>
          <a:xfrm>
            <a:off x="6229350" y="3571875"/>
            <a:ext cx="38100" cy="2400300"/>
          </a:xfrm>
          <a:custGeom>
            <a:avLst/>
            <a:gdLst/>
            <a:ahLst/>
            <a:cxnLst/>
            <a:rect l="l" t="t" r="r" b="b"/>
            <a:pathLst>
              <a:path w="38100" h="2400300">
                <a:moveTo>
                  <a:pt x="0" y="0"/>
                </a:moveTo>
                <a:lnTo>
                  <a:pt x="38100" y="0"/>
                </a:lnTo>
                <a:lnTo>
                  <a:pt x="381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51" name="Shape 49"/>
          <p:cNvSpPr/>
          <p:nvPr/>
        </p:nvSpPr>
        <p:spPr>
          <a:xfrm>
            <a:off x="6481763" y="38004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52" name="Text 50"/>
          <p:cNvSpPr/>
          <p:nvPr/>
        </p:nvSpPr>
        <p:spPr>
          <a:xfrm>
            <a:off x="6810375" y="3762375"/>
            <a:ext cx="49244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62713" y="42575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54" name="Text 52"/>
          <p:cNvSpPr/>
          <p:nvPr/>
        </p:nvSpPr>
        <p:spPr>
          <a:xfrm>
            <a:off x="6791325" y="4219456"/>
            <a:ext cx="3990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Sub-minute latency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predictions update every 60 seconds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62713" y="46004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56" name="Text 54"/>
          <p:cNvSpPr/>
          <p:nvPr/>
        </p:nvSpPr>
        <p:spPr>
          <a:xfrm>
            <a:off x="6791325" y="456235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architecture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handles city-wide traffic networks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62713" y="49433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58" name="Text 56"/>
          <p:cNvSpPr/>
          <p:nvPr/>
        </p:nvSpPr>
        <p:spPr>
          <a:xfrm>
            <a:off x="6791325" y="4905256"/>
            <a:ext cx="3486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RESTful API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easy integration with navigation apps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62713" y="5286256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60" name="Text 58"/>
          <p:cNvSpPr/>
          <p:nvPr/>
        </p:nvSpPr>
        <p:spPr>
          <a:xfrm>
            <a:off x="6791325" y="5248156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Modular design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- swap models without system changes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417482" y="6172200"/>
            <a:ext cx="1428750" cy="381000"/>
          </a:xfrm>
          <a:custGeom>
            <a:avLst/>
            <a:gdLst/>
            <a:ahLst/>
            <a:cxnLst/>
            <a:rect l="l" t="t" r="r" b="b"/>
            <a:pathLst>
              <a:path w="1428750" h="381000">
                <a:moveTo>
                  <a:pt x="0" y="0"/>
                </a:moveTo>
                <a:lnTo>
                  <a:pt x="1428750" y="0"/>
                </a:lnTo>
                <a:lnTo>
                  <a:pt x="14287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2" name="Text 60"/>
          <p:cNvSpPr/>
          <p:nvPr/>
        </p:nvSpPr>
        <p:spPr>
          <a:xfrm>
            <a:off x="10587698" y="6248400"/>
            <a:ext cx="124759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Data &amp; Inputs: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Multi-Source Intelligence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1409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676400"/>
            <a:ext cx="5543550" cy="1562100"/>
          </a:xfrm>
          <a:custGeom>
            <a:avLst/>
            <a:gdLst/>
            <a:ahLst/>
            <a:cxnLst/>
            <a:rect l="l" t="t" r="r" b="b"/>
            <a:pathLst>
              <a:path w="5543550" h="1562100">
                <a:moveTo>
                  <a:pt x="0" y="0"/>
                </a:moveTo>
                <a:lnTo>
                  <a:pt x="5543550" y="0"/>
                </a:lnTo>
                <a:lnTo>
                  <a:pt x="554355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764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7" name="Shape 5"/>
          <p:cNvSpPr/>
          <p:nvPr/>
        </p:nvSpPr>
        <p:spPr>
          <a:xfrm>
            <a:off x="747713" y="2019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28575"/>
                </a:moveTo>
                <a:cubicBezTo>
                  <a:pt x="175915" y="28575"/>
                  <a:pt x="214313" y="66973"/>
                  <a:pt x="214313" y="114300"/>
                </a:cubicBezTo>
                <a:cubicBezTo>
                  <a:pt x="214313" y="161627"/>
                  <a:pt x="175915" y="200025"/>
                  <a:pt x="128588" y="200025"/>
                </a:cubicBezTo>
                <a:cubicBezTo>
                  <a:pt x="99477" y="200025"/>
                  <a:pt x="73715" y="185514"/>
                  <a:pt x="58222" y="163279"/>
                </a:cubicBezTo>
                <a:cubicBezTo>
                  <a:pt x="53712" y="156805"/>
                  <a:pt x="44782" y="155243"/>
                  <a:pt x="38308" y="159752"/>
                </a:cubicBezTo>
                <a:cubicBezTo>
                  <a:pt x="31834" y="164262"/>
                  <a:pt x="30272" y="173191"/>
                  <a:pt x="34781" y="179665"/>
                </a:cubicBezTo>
                <a:cubicBezTo>
                  <a:pt x="55409" y="209223"/>
                  <a:pt x="89743" y="228600"/>
                  <a:pt x="128588" y="228600"/>
                </a:cubicBezTo>
                <a:cubicBezTo>
                  <a:pt x="191720" y="228600"/>
                  <a:pt x="242888" y="177433"/>
                  <a:pt x="242888" y="114300"/>
                </a:cubicBezTo>
                <a:cubicBezTo>
                  <a:pt x="242888" y="51167"/>
                  <a:pt x="191720" y="0"/>
                  <a:pt x="128588" y="0"/>
                </a:cubicBezTo>
                <a:cubicBezTo>
                  <a:pt x="90324" y="0"/>
                  <a:pt x="56480" y="18797"/>
                  <a:pt x="35719" y="47640"/>
                </a:cubicBezTo>
                <a:lnTo>
                  <a:pt x="35719" y="35719"/>
                </a:lnTo>
                <a:cubicBezTo>
                  <a:pt x="35719" y="27816"/>
                  <a:pt x="29334" y="21431"/>
                  <a:pt x="21431" y="21431"/>
                </a:cubicBezTo>
                <a:cubicBezTo>
                  <a:pt x="13528" y="21431"/>
                  <a:pt x="7144" y="27816"/>
                  <a:pt x="7144" y="35719"/>
                </a:cubicBezTo>
                <a:lnTo>
                  <a:pt x="7144" y="85725"/>
                </a:lnTo>
                <a:cubicBezTo>
                  <a:pt x="7144" y="93628"/>
                  <a:pt x="13528" y="100013"/>
                  <a:pt x="21431" y="100013"/>
                </a:cubicBezTo>
                <a:lnTo>
                  <a:pt x="32415" y="100013"/>
                </a:lnTo>
                <a:cubicBezTo>
                  <a:pt x="32638" y="100013"/>
                  <a:pt x="32861" y="100013"/>
                  <a:pt x="33084" y="100013"/>
                </a:cubicBezTo>
                <a:lnTo>
                  <a:pt x="71482" y="100013"/>
                </a:lnTo>
                <a:cubicBezTo>
                  <a:pt x="79385" y="100013"/>
                  <a:pt x="85770" y="93628"/>
                  <a:pt x="85770" y="85725"/>
                </a:cubicBezTo>
                <a:cubicBezTo>
                  <a:pt x="85770" y="77822"/>
                  <a:pt x="79385" y="71438"/>
                  <a:pt x="71482" y="71438"/>
                </a:cubicBezTo>
                <a:lnTo>
                  <a:pt x="54382" y="71438"/>
                </a:lnTo>
                <a:cubicBezTo>
                  <a:pt x="69160" y="45809"/>
                  <a:pt x="96887" y="28575"/>
                  <a:pt x="128588" y="28575"/>
                </a:cubicBezTo>
                <a:close/>
                <a:moveTo>
                  <a:pt x="139303" y="67866"/>
                </a:moveTo>
                <a:cubicBezTo>
                  <a:pt x="139303" y="61927"/>
                  <a:pt x="134526" y="57150"/>
                  <a:pt x="128588" y="57150"/>
                </a:cubicBezTo>
                <a:cubicBezTo>
                  <a:pt x="122649" y="57150"/>
                  <a:pt x="117872" y="61927"/>
                  <a:pt x="117872" y="67866"/>
                </a:cubicBezTo>
                <a:lnTo>
                  <a:pt x="117872" y="114300"/>
                </a:lnTo>
                <a:cubicBezTo>
                  <a:pt x="117872" y="117157"/>
                  <a:pt x="118988" y="119881"/>
                  <a:pt x="120997" y="121890"/>
                </a:cubicBezTo>
                <a:lnTo>
                  <a:pt x="153144" y="154037"/>
                </a:lnTo>
                <a:cubicBezTo>
                  <a:pt x="157341" y="158234"/>
                  <a:pt x="164128" y="158234"/>
                  <a:pt x="168280" y="154037"/>
                </a:cubicBezTo>
                <a:cubicBezTo>
                  <a:pt x="172432" y="149840"/>
                  <a:pt x="172477" y="143054"/>
                  <a:pt x="168280" y="138901"/>
                </a:cubicBezTo>
                <a:lnTo>
                  <a:pt x="139258" y="109880"/>
                </a:lnTo>
                <a:lnTo>
                  <a:pt x="139258" y="67866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1981200"/>
            <a:ext cx="1962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Historical Traffic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5146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Traffic sensors, loop detectors, GPS traces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8194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Past congestion patterns, speed records, volume data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390900"/>
            <a:ext cx="5543550" cy="1562100"/>
          </a:xfrm>
          <a:custGeom>
            <a:avLst/>
            <a:gdLst/>
            <a:ahLst/>
            <a:cxnLst/>
            <a:rect l="l" t="t" r="r" b="b"/>
            <a:pathLst>
              <a:path w="5543550" h="1562100">
                <a:moveTo>
                  <a:pt x="0" y="0"/>
                </a:moveTo>
                <a:lnTo>
                  <a:pt x="5543550" y="0"/>
                </a:lnTo>
                <a:lnTo>
                  <a:pt x="554355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3909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3581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733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ubicBezTo>
                  <a:pt x="0" y="51216"/>
                  <a:pt x="51216" y="0"/>
                  <a:pt x="114300" y="0"/>
                </a:cubicBezTo>
                <a:close/>
                <a:moveTo>
                  <a:pt x="103584" y="53578"/>
                </a:moveTo>
                <a:lnTo>
                  <a:pt x="103584" y="114300"/>
                </a:lnTo>
                <a:cubicBezTo>
                  <a:pt x="103584" y="117872"/>
                  <a:pt x="105370" y="121221"/>
                  <a:pt x="108362" y="123230"/>
                </a:cubicBezTo>
                <a:lnTo>
                  <a:pt x="151224" y="151805"/>
                </a:lnTo>
                <a:cubicBezTo>
                  <a:pt x="156136" y="155109"/>
                  <a:pt x="162788" y="153769"/>
                  <a:pt x="166092" y="148813"/>
                </a:cubicBezTo>
                <a:cubicBezTo>
                  <a:pt x="169396" y="143857"/>
                  <a:pt x="168057" y="137249"/>
                  <a:pt x="163101" y="133945"/>
                </a:cubicBezTo>
                <a:lnTo>
                  <a:pt x="125016" y="108585"/>
                </a:lnTo>
                <a:lnTo>
                  <a:pt x="125016" y="53578"/>
                </a:lnTo>
                <a:cubicBezTo>
                  <a:pt x="125016" y="47640"/>
                  <a:pt x="120238" y="42863"/>
                  <a:pt x="114300" y="42863"/>
                </a:cubicBezTo>
                <a:cubicBezTo>
                  <a:pt x="108362" y="42863"/>
                  <a:pt x="103584" y="47640"/>
                  <a:pt x="103584" y="53578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3695700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CC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Time Patterns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42291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Timestamp features, calendar 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45339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Rush hours, weekends, holidays, seasonal trends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0050" y="5105400"/>
            <a:ext cx="5543550" cy="1562100"/>
          </a:xfrm>
          <a:custGeom>
            <a:avLst/>
            <a:gdLst/>
            <a:ahLst/>
            <a:cxnLst/>
            <a:rect l="l" t="t" r="r" b="b"/>
            <a:pathLst>
              <a:path w="5543550" h="1562100">
                <a:moveTo>
                  <a:pt x="0" y="0"/>
                </a:moveTo>
                <a:lnTo>
                  <a:pt x="5543550" y="0"/>
                </a:lnTo>
                <a:lnTo>
                  <a:pt x="554355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400050" y="51054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20" name="Shape 18"/>
          <p:cNvSpPr/>
          <p:nvPr/>
        </p:nvSpPr>
        <p:spPr>
          <a:xfrm>
            <a:off x="609600" y="529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21" name="Shape 19"/>
          <p:cNvSpPr/>
          <p:nvPr/>
        </p:nvSpPr>
        <p:spPr>
          <a:xfrm>
            <a:off x="762000" y="544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9968" y="14288"/>
                </a:moveTo>
                <a:lnTo>
                  <a:pt x="65946" y="14288"/>
                </a:lnTo>
                <a:cubicBezTo>
                  <a:pt x="52819" y="14288"/>
                  <a:pt x="41344" y="23262"/>
                  <a:pt x="38219" y="35987"/>
                </a:cubicBezTo>
                <a:lnTo>
                  <a:pt x="625" y="187747"/>
                </a:lnTo>
                <a:cubicBezTo>
                  <a:pt x="-2724" y="201231"/>
                  <a:pt x="7501" y="214313"/>
                  <a:pt x="21431" y="214313"/>
                </a:cubicBezTo>
                <a:lnTo>
                  <a:pt x="99968" y="214313"/>
                </a:lnTo>
                <a:lnTo>
                  <a:pt x="99968" y="185738"/>
                </a:lnTo>
                <a:cubicBezTo>
                  <a:pt x="99968" y="177835"/>
                  <a:pt x="106353" y="171450"/>
                  <a:pt x="114255" y="171450"/>
                </a:cubicBezTo>
                <a:cubicBezTo>
                  <a:pt x="122158" y="171450"/>
                  <a:pt x="128543" y="177835"/>
                  <a:pt x="128543" y="185738"/>
                </a:cubicBezTo>
                <a:lnTo>
                  <a:pt x="128543" y="214313"/>
                </a:lnTo>
                <a:lnTo>
                  <a:pt x="207169" y="214313"/>
                </a:lnTo>
                <a:cubicBezTo>
                  <a:pt x="221099" y="214313"/>
                  <a:pt x="231324" y="201231"/>
                  <a:pt x="227975" y="187747"/>
                </a:cubicBezTo>
                <a:lnTo>
                  <a:pt x="190426" y="35987"/>
                </a:lnTo>
                <a:cubicBezTo>
                  <a:pt x="187256" y="23262"/>
                  <a:pt x="175826" y="14288"/>
                  <a:pt x="162654" y="14288"/>
                </a:cubicBezTo>
                <a:lnTo>
                  <a:pt x="128543" y="14288"/>
                </a:lnTo>
                <a:lnTo>
                  <a:pt x="128543" y="42863"/>
                </a:lnTo>
                <a:cubicBezTo>
                  <a:pt x="128543" y="50765"/>
                  <a:pt x="122158" y="57150"/>
                  <a:pt x="114255" y="57150"/>
                </a:cubicBezTo>
                <a:cubicBezTo>
                  <a:pt x="106353" y="57150"/>
                  <a:pt x="99968" y="50765"/>
                  <a:pt x="99968" y="42863"/>
                </a:cubicBezTo>
                <a:lnTo>
                  <a:pt x="99968" y="14288"/>
                </a:lnTo>
                <a:close/>
                <a:moveTo>
                  <a:pt x="128543" y="100013"/>
                </a:moveTo>
                <a:lnTo>
                  <a:pt x="128543" y="128588"/>
                </a:lnTo>
                <a:cubicBezTo>
                  <a:pt x="128543" y="136490"/>
                  <a:pt x="122158" y="142875"/>
                  <a:pt x="114255" y="142875"/>
                </a:cubicBezTo>
                <a:cubicBezTo>
                  <a:pt x="106353" y="142875"/>
                  <a:pt x="99968" y="136490"/>
                  <a:pt x="99968" y="128588"/>
                </a:cubicBezTo>
                <a:lnTo>
                  <a:pt x="99968" y="100013"/>
                </a:lnTo>
                <a:cubicBezTo>
                  <a:pt x="99968" y="92110"/>
                  <a:pt x="106353" y="85725"/>
                  <a:pt x="114255" y="85725"/>
                </a:cubicBezTo>
                <a:cubicBezTo>
                  <a:pt x="122158" y="85725"/>
                  <a:pt x="128543" y="92110"/>
                  <a:pt x="128543" y="100013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295400" y="5410200"/>
            <a:ext cx="1704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Road Network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9436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OpenStreetMap, GIS databases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" y="62484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 topology, lane counts, speed limits, intersections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267450" y="1676400"/>
            <a:ext cx="5543550" cy="1562100"/>
          </a:xfrm>
          <a:custGeom>
            <a:avLst/>
            <a:gdLst/>
            <a:ahLst/>
            <a:cxnLst/>
            <a:rect l="l" t="t" r="r" b="b"/>
            <a:pathLst>
              <a:path w="5543550" h="1562100">
                <a:moveTo>
                  <a:pt x="0" y="0"/>
                </a:moveTo>
                <a:lnTo>
                  <a:pt x="5543550" y="0"/>
                </a:lnTo>
                <a:lnTo>
                  <a:pt x="554355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6" name="Shape 24"/>
          <p:cNvSpPr/>
          <p:nvPr/>
        </p:nvSpPr>
        <p:spPr>
          <a:xfrm>
            <a:off x="6267450" y="1676400"/>
            <a:ext cx="38100" cy="1562100"/>
          </a:xfrm>
          <a:custGeom>
            <a:avLst/>
            <a:gdLst/>
            <a:ahLst/>
            <a:cxnLst/>
            <a:rect l="l" t="t" r="r" b="b"/>
            <a:pathLst>
              <a:path w="38100" h="1562100">
                <a:moveTo>
                  <a:pt x="0" y="0"/>
                </a:moveTo>
                <a:lnTo>
                  <a:pt x="38100" y="0"/>
                </a:lnTo>
                <a:lnTo>
                  <a:pt x="38100" y="1562100"/>
                </a:lnTo>
                <a:lnTo>
                  <a:pt x="0" y="1562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7" name="Shape 25"/>
          <p:cNvSpPr/>
          <p:nvPr/>
        </p:nvSpPr>
        <p:spPr>
          <a:xfrm>
            <a:off x="64770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8" name="Shape 26"/>
          <p:cNvSpPr/>
          <p:nvPr/>
        </p:nvSpPr>
        <p:spPr>
          <a:xfrm>
            <a:off x="6615113" y="2019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02525" y="-6608"/>
                </a:moveTo>
                <a:cubicBezTo>
                  <a:pt x="204713" y="-5715"/>
                  <a:pt x="206320" y="-3750"/>
                  <a:pt x="206767" y="-1429"/>
                </a:cubicBezTo>
                <a:lnTo>
                  <a:pt x="214313" y="35719"/>
                </a:lnTo>
                <a:lnTo>
                  <a:pt x="251460" y="43220"/>
                </a:lnTo>
                <a:cubicBezTo>
                  <a:pt x="253782" y="43711"/>
                  <a:pt x="255702" y="45274"/>
                  <a:pt x="256639" y="47461"/>
                </a:cubicBezTo>
                <a:cubicBezTo>
                  <a:pt x="257577" y="49649"/>
                  <a:pt x="257309" y="52149"/>
                  <a:pt x="256014" y="54114"/>
                </a:cubicBezTo>
                <a:lnTo>
                  <a:pt x="235074" y="85680"/>
                </a:lnTo>
                <a:lnTo>
                  <a:pt x="256014" y="117247"/>
                </a:lnTo>
                <a:cubicBezTo>
                  <a:pt x="257309" y="119211"/>
                  <a:pt x="257577" y="121712"/>
                  <a:pt x="256639" y="123899"/>
                </a:cubicBezTo>
                <a:cubicBezTo>
                  <a:pt x="255702" y="126087"/>
                  <a:pt x="253782" y="127695"/>
                  <a:pt x="251460" y="128141"/>
                </a:cubicBezTo>
                <a:lnTo>
                  <a:pt x="223689" y="133811"/>
                </a:lnTo>
                <a:cubicBezTo>
                  <a:pt x="218376" y="129927"/>
                  <a:pt x="212482" y="126846"/>
                  <a:pt x="206097" y="124703"/>
                </a:cubicBezTo>
                <a:cubicBezTo>
                  <a:pt x="204981" y="119033"/>
                  <a:pt x="203061" y="113675"/>
                  <a:pt x="200427" y="108764"/>
                </a:cubicBezTo>
                <a:cubicBezTo>
                  <a:pt x="204668" y="102111"/>
                  <a:pt x="207169" y="94208"/>
                  <a:pt x="207169" y="85680"/>
                </a:cubicBezTo>
                <a:cubicBezTo>
                  <a:pt x="207169" y="62017"/>
                  <a:pt x="187970" y="42818"/>
                  <a:pt x="164306" y="42818"/>
                </a:cubicBezTo>
                <a:cubicBezTo>
                  <a:pt x="142920" y="42818"/>
                  <a:pt x="125194" y="58489"/>
                  <a:pt x="121980" y="78938"/>
                </a:cubicBezTo>
                <a:cubicBezTo>
                  <a:pt x="110148" y="69875"/>
                  <a:pt x="95414" y="64428"/>
                  <a:pt x="79385" y="64249"/>
                </a:cubicBezTo>
                <a:lnTo>
                  <a:pt x="72643" y="54114"/>
                </a:lnTo>
                <a:cubicBezTo>
                  <a:pt x="71348" y="52149"/>
                  <a:pt x="71080" y="49649"/>
                  <a:pt x="72018" y="47461"/>
                </a:cubicBezTo>
                <a:cubicBezTo>
                  <a:pt x="72956" y="45274"/>
                  <a:pt x="74875" y="43666"/>
                  <a:pt x="77197" y="43220"/>
                </a:cubicBezTo>
                <a:lnTo>
                  <a:pt x="114300" y="35719"/>
                </a:lnTo>
                <a:lnTo>
                  <a:pt x="121801" y="-1429"/>
                </a:lnTo>
                <a:cubicBezTo>
                  <a:pt x="122292" y="-3750"/>
                  <a:pt x="123855" y="-5670"/>
                  <a:pt x="126043" y="-6608"/>
                </a:cubicBezTo>
                <a:cubicBezTo>
                  <a:pt x="128230" y="-7546"/>
                  <a:pt x="130731" y="-7278"/>
                  <a:pt x="132695" y="-5983"/>
                </a:cubicBezTo>
                <a:lnTo>
                  <a:pt x="164306" y="15002"/>
                </a:lnTo>
                <a:lnTo>
                  <a:pt x="195873" y="-5938"/>
                </a:lnTo>
                <a:cubicBezTo>
                  <a:pt x="197837" y="-7233"/>
                  <a:pt x="200338" y="-7501"/>
                  <a:pt x="202525" y="-6563"/>
                </a:cubicBezTo>
                <a:close/>
                <a:moveTo>
                  <a:pt x="185738" y="85725"/>
                </a:moveTo>
                <a:cubicBezTo>
                  <a:pt x="185738" y="87422"/>
                  <a:pt x="185559" y="89074"/>
                  <a:pt x="185157" y="90681"/>
                </a:cubicBezTo>
                <a:cubicBezTo>
                  <a:pt x="175468" y="83091"/>
                  <a:pt x="163279" y="78581"/>
                  <a:pt x="150019" y="78581"/>
                </a:cubicBezTo>
                <a:cubicBezTo>
                  <a:pt x="147965" y="78581"/>
                  <a:pt x="145956" y="78671"/>
                  <a:pt x="143991" y="78894"/>
                </a:cubicBezTo>
                <a:cubicBezTo>
                  <a:pt x="146849" y="70411"/>
                  <a:pt x="154885" y="64294"/>
                  <a:pt x="164306" y="64294"/>
                </a:cubicBezTo>
                <a:cubicBezTo>
                  <a:pt x="176138" y="64294"/>
                  <a:pt x="185738" y="73893"/>
                  <a:pt x="185738" y="85725"/>
                </a:cubicBezTo>
                <a:close/>
                <a:moveTo>
                  <a:pt x="42863" y="228600"/>
                </a:moveTo>
                <a:cubicBezTo>
                  <a:pt x="19199" y="228600"/>
                  <a:pt x="0" y="209401"/>
                  <a:pt x="0" y="185738"/>
                </a:cubicBezTo>
                <a:cubicBezTo>
                  <a:pt x="0" y="166762"/>
                  <a:pt x="12323" y="150644"/>
                  <a:pt x="29423" y="145018"/>
                </a:cubicBezTo>
                <a:cubicBezTo>
                  <a:pt x="28843" y="142027"/>
                  <a:pt x="28575" y="138901"/>
                  <a:pt x="28575" y="135731"/>
                </a:cubicBezTo>
                <a:cubicBezTo>
                  <a:pt x="28575" y="108094"/>
                  <a:pt x="50944" y="85725"/>
                  <a:pt x="78581" y="85725"/>
                </a:cubicBezTo>
                <a:cubicBezTo>
                  <a:pt x="97825" y="85725"/>
                  <a:pt x="114523" y="96575"/>
                  <a:pt x="122873" y="112514"/>
                </a:cubicBezTo>
                <a:cubicBezTo>
                  <a:pt x="129436" y="104879"/>
                  <a:pt x="139169" y="100013"/>
                  <a:pt x="150019" y="100013"/>
                </a:cubicBezTo>
                <a:cubicBezTo>
                  <a:pt x="169753" y="100013"/>
                  <a:pt x="185738" y="115997"/>
                  <a:pt x="185738" y="135731"/>
                </a:cubicBezTo>
                <a:cubicBezTo>
                  <a:pt x="185738" y="138187"/>
                  <a:pt x="185470" y="140553"/>
                  <a:pt x="185023" y="142875"/>
                </a:cubicBezTo>
                <a:cubicBezTo>
                  <a:pt x="185246" y="142875"/>
                  <a:pt x="185514" y="142875"/>
                  <a:pt x="185738" y="142875"/>
                </a:cubicBezTo>
                <a:cubicBezTo>
                  <a:pt x="209401" y="142875"/>
                  <a:pt x="228600" y="162074"/>
                  <a:pt x="228600" y="185738"/>
                </a:cubicBezTo>
                <a:cubicBezTo>
                  <a:pt x="228600" y="209401"/>
                  <a:pt x="209401" y="228600"/>
                  <a:pt x="185738" y="228600"/>
                </a:cubicBezTo>
                <a:lnTo>
                  <a:pt x="42863" y="228600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7162800" y="1981200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Weather Data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77000" y="25146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Source: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Weather APIs, meteorological services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7000" y="2819400"/>
            <a:ext cx="521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Rain, snow, visibility, temperature impact on traffic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56020" y="3398520"/>
            <a:ext cx="5549265" cy="1920240"/>
          </a:xfrm>
          <a:custGeom>
            <a:avLst/>
            <a:gdLst/>
            <a:ahLst/>
            <a:cxnLst/>
            <a:rect l="l" t="t" r="r" b="b"/>
            <a:pathLst>
              <a:path w="5549265" h="1920240">
                <a:moveTo>
                  <a:pt x="0" y="0"/>
                </a:moveTo>
                <a:lnTo>
                  <a:pt x="5549265" y="0"/>
                </a:lnTo>
                <a:lnTo>
                  <a:pt x="5549265" y="1920240"/>
                </a:lnTo>
                <a:lnTo>
                  <a:pt x="0" y="192024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DFF00">
                  <a:alpha val="20000"/>
                </a:srgbClr>
              </a:gs>
              <a:gs pos="100000">
                <a:srgbClr val="00CCFF">
                  <a:alpha val="20000"/>
                </a:srgbClr>
              </a:gs>
            </a:gsLst>
            <a:lin ang="2700000" scaled="1"/>
          </a:gradFill>
          <a:ln w="20320">
            <a:solidFill>
              <a:srgbClr val="DDFF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5103" y="367284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4" name="Text 32"/>
          <p:cNvSpPr/>
          <p:nvPr/>
        </p:nvSpPr>
        <p:spPr>
          <a:xfrm>
            <a:off x="6863715" y="3634741"/>
            <a:ext cx="4819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Data Volume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06515" y="4091820"/>
            <a:ext cx="2628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1M+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54140" y="4472820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Records/Day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20175" y="4091820"/>
            <a:ext cx="2628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00CC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50+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67800" y="4472820"/>
            <a:ext cx="2533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4140" y="4853820"/>
            <a:ext cx="5153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streaming from multiple sources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48400" y="5478661"/>
            <a:ext cx="5562600" cy="1219200"/>
          </a:xfrm>
          <a:custGeom>
            <a:avLst/>
            <a:gdLst/>
            <a:ahLst/>
            <a:cxnLst/>
            <a:rect l="l" t="t" r="r" b="b"/>
            <a:pathLst>
              <a:path w="5562600" h="1219200">
                <a:moveTo>
                  <a:pt x="0" y="0"/>
                </a:moveTo>
                <a:lnTo>
                  <a:pt x="5562600" y="0"/>
                </a:lnTo>
                <a:lnTo>
                  <a:pt x="55626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1" name="Shape 39"/>
          <p:cNvSpPr/>
          <p:nvPr/>
        </p:nvSpPr>
        <p:spPr>
          <a:xfrm>
            <a:off x="6496050" y="5688211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2" name="Text 40"/>
          <p:cNvSpPr/>
          <p:nvPr/>
        </p:nvSpPr>
        <p:spPr>
          <a:xfrm>
            <a:off x="6838950" y="5669161"/>
            <a:ext cx="126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38900" y="6050161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Multi-source validation ensures 99.5% data accuracy. Missing values imputed using temporal interpolation.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0413791" y="6172200"/>
            <a:ext cx="1428750" cy="381000"/>
          </a:xfrm>
          <a:custGeom>
            <a:avLst/>
            <a:gdLst/>
            <a:ahLst/>
            <a:cxnLst/>
            <a:rect l="l" t="t" r="r" b="b"/>
            <a:pathLst>
              <a:path w="1428750" h="381000">
                <a:moveTo>
                  <a:pt x="0" y="0"/>
                </a:moveTo>
                <a:lnTo>
                  <a:pt x="1428750" y="0"/>
                </a:lnTo>
                <a:lnTo>
                  <a:pt x="142875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5" name="Text 43"/>
          <p:cNvSpPr/>
          <p:nvPr/>
        </p:nvSpPr>
        <p:spPr>
          <a:xfrm>
            <a:off x="10584007" y="6248400"/>
            <a:ext cx="12512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 Model: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Intelligent Prediction Engine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1409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600200"/>
            <a:ext cx="4419600" cy="2590800"/>
          </a:xfrm>
          <a:custGeom>
            <a:avLst/>
            <a:gdLst/>
            <a:ahLst/>
            <a:cxnLst/>
            <a:rect l="l" t="t" r="r" b="b"/>
            <a:pathLst>
              <a:path w="4419600" h="2590800">
                <a:moveTo>
                  <a:pt x="0" y="0"/>
                </a:moveTo>
                <a:lnTo>
                  <a:pt x="4419600" y="0"/>
                </a:lnTo>
                <a:lnTo>
                  <a:pt x="44196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00200"/>
            <a:ext cx="38100" cy="2590800"/>
          </a:xfrm>
          <a:custGeom>
            <a:avLst/>
            <a:gdLst/>
            <a:ahLst/>
            <a:cxnLst/>
            <a:rect l="l" t="t" r="r" b="b"/>
            <a:pathLst>
              <a:path w="38100" h="2590800">
                <a:moveTo>
                  <a:pt x="0" y="0"/>
                </a:moveTo>
                <a:lnTo>
                  <a:pt x="38100" y="0"/>
                </a:lnTo>
                <a:lnTo>
                  <a:pt x="381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638175" y="1828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6385" y="28575"/>
                  <a:pt x="0" y="34960"/>
                  <a:pt x="0" y="42863"/>
                </a:cubicBezTo>
                <a:cubicBezTo>
                  <a:pt x="0" y="50765"/>
                  <a:pt x="6385" y="57150"/>
                  <a:pt x="14288" y="57150"/>
                </a:cubicBezTo>
                <a:lnTo>
                  <a:pt x="52998" y="57150"/>
                </a:lnTo>
                <a:cubicBezTo>
                  <a:pt x="58489" y="69786"/>
                  <a:pt x="71080" y="78581"/>
                  <a:pt x="85725" y="78581"/>
                </a:cubicBezTo>
                <a:cubicBezTo>
                  <a:pt x="100370" y="78581"/>
                  <a:pt x="112961" y="69786"/>
                  <a:pt x="118452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118452" y="28575"/>
                </a:lnTo>
                <a:cubicBezTo>
                  <a:pt x="112961" y="15939"/>
                  <a:pt x="100370" y="7144"/>
                  <a:pt x="85725" y="7144"/>
                </a:cubicBezTo>
                <a:cubicBezTo>
                  <a:pt x="71080" y="7144"/>
                  <a:pt x="58489" y="15939"/>
                  <a:pt x="52998" y="28575"/>
                </a:cubicBezTo>
                <a:lnTo>
                  <a:pt x="14288" y="28575"/>
                </a:lnTo>
                <a:close/>
                <a:moveTo>
                  <a:pt x="14288" y="100013"/>
                </a:move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24435" y="128588"/>
                </a:lnTo>
                <a:cubicBezTo>
                  <a:pt x="129927" y="141223"/>
                  <a:pt x="142518" y="150019"/>
                  <a:pt x="157163" y="150019"/>
                </a:cubicBezTo>
                <a:cubicBezTo>
                  <a:pt x="171807" y="150019"/>
                  <a:pt x="184398" y="141223"/>
                  <a:pt x="189890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189890" y="100013"/>
                </a:lnTo>
                <a:cubicBezTo>
                  <a:pt x="184398" y="87377"/>
                  <a:pt x="171807" y="78581"/>
                  <a:pt x="157163" y="78581"/>
                </a:cubicBezTo>
                <a:cubicBezTo>
                  <a:pt x="142518" y="78581"/>
                  <a:pt x="129927" y="87377"/>
                  <a:pt x="124435" y="100013"/>
                </a:cubicBezTo>
                <a:lnTo>
                  <a:pt x="14288" y="100013"/>
                </a:lnTo>
                <a:close/>
                <a:moveTo>
                  <a:pt x="14288" y="171450"/>
                </a:moveTo>
                <a:cubicBezTo>
                  <a:pt x="6385" y="171450"/>
                  <a:pt x="0" y="177835"/>
                  <a:pt x="0" y="185738"/>
                </a:cubicBezTo>
                <a:cubicBezTo>
                  <a:pt x="0" y="193640"/>
                  <a:pt x="6385" y="200025"/>
                  <a:pt x="14288" y="200025"/>
                </a:cubicBezTo>
                <a:lnTo>
                  <a:pt x="38710" y="200025"/>
                </a:lnTo>
                <a:cubicBezTo>
                  <a:pt x="44202" y="212661"/>
                  <a:pt x="56793" y="221456"/>
                  <a:pt x="71438" y="221456"/>
                </a:cubicBezTo>
                <a:cubicBezTo>
                  <a:pt x="86082" y="221456"/>
                  <a:pt x="98673" y="212661"/>
                  <a:pt x="10416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104165" y="171450"/>
                </a:lnTo>
                <a:cubicBezTo>
                  <a:pt x="98673" y="158814"/>
                  <a:pt x="86082" y="150019"/>
                  <a:pt x="71438" y="150019"/>
                </a:cubicBezTo>
                <a:cubicBezTo>
                  <a:pt x="56793" y="150019"/>
                  <a:pt x="44202" y="158814"/>
                  <a:pt x="38710" y="171450"/>
                </a:cubicBezTo>
                <a:lnTo>
                  <a:pt x="14288" y="17145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7" name="Text 5"/>
          <p:cNvSpPr/>
          <p:nvPr/>
        </p:nvSpPr>
        <p:spPr>
          <a:xfrm>
            <a:off x="981075" y="1790700"/>
            <a:ext cx="3762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Features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30493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Text 7"/>
          <p:cNvSpPr/>
          <p:nvPr/>
        </p:nvSpPr>
        <p:spPr>
          <a:xfrm>
            <a:off x="838200" y="2247784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Vehicle count per minute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60973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" y="2552584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speed (km/h)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291453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" y="2857384"/>
            <a:ext cx="1790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of day / Day of week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21933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5" name="Text 13"/>
          <p:cNvSpPr/>
          <p:nvPr/>
        </p:nvSpPr>
        <p:spPr>
          <a:xfrm>
            <a:off x="838200" y="3162184"/>
            <a:ext cx="121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Road segment ID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352413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" y="3466984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Weather conditions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828934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0"/>
                </a:lnTo>
                <a:lnTo>
                  <a:pt x="114300" y="114300"/>
                </a:lnTo>
                <a:lnTo>
                  <a:pt x="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" y="3771784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averages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8620" y="4350904"/>
            <a:ext cx="4415790" cy="2110740"/>
          </a:xfrm>
          <a:custGeom>
            <a:avLst/>
            <a:gdLst/>
            <a:ahLst/>
            <a:cxnLst/>
            <a:rect l="l" t="t" r="r" b="b"/>
            <a:pathLst>
              <a:path w="4415790" h="2110740">
                <a:moveTo>
                  <a:pt x="0" y="0"/>
                </a:moveTo>
                <a:lnTo>
                  <a:pt x="4415790" y="0"/>
                </a:lnTo>
                <a:lnTo>
                  <a:pt x="4415790" y="2110740"/>
                </a:lnTo>
                <a:lnTo>
                  <a:pt x="0" y="211074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DFF00">
                  <a:alpha val="20000"/>
                </a:srgbClr>
              </a:gs>
              <a:gs pos="100000">
                <a:srgbClr val="00CCFF">
                  <a:alpha val="20000"/>
                </a:srgbClr>
              </a:gs>
            </a:gsLst>
            <a:lin ang="2700000" scaled="1"/>
          </a:gradFill>
          <a:ln w="20320">
            <a:solidFill>
              <a:srgbClr val="DDFF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5315" y="45871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4428" y="0"/>
                </a:moveTo>
                <a:lnTo>
                  <a:pt x="164440" y="0"/>
                </a:lnTo>
                <a:cubicBezTo>
                  <a:pt x="176272" y="0"/>
                  <a:pt x="185916" y="9733"/>
                  <a:pt x="185470" y="21521"/>
                </a:cubicBezTo>
                <a:cubicBezTo>
                  <a:pt x="185380" y="23887"/>
                  <a:pt x="185291" y="26253"/>
                  <a:pt x="185157" y="28575"/>
                </a:cubicBezTo>
                <a:lnTo>
                  <a:pt x="207303" y="28575"/>
                </a:lnTo>
                <a:cubicBezTo>
                  <a:pt x="218956" y="28575"/>
                  <a:pt x="229225" y="38219"/>
                  <a:pt x="228332" y="50810"/>
                </a:cubicBezTo>
                <a:cubicBezTo>
                  <a:pt x="224983" y="97110"/>
                  <a:pt x="201320" y="122560"/>
                  <a:pt x="175647" y="135865"/>
                </a:cubicBezTo>
                <a:cubicBezTo>
                  <a:pt x="168593" y="139526"/>
                  <a:pt x="161404" y="142250"/>
                  <a:pt x="154573" y="144259"/>
                </a:cubicBezTo>
                <a:cubicBezTo>
                  <a:pt x="145554" y="157029"/>
                  <a:pt x="136178" y="163770"/>
                  <a:pt x="128721" y="167387"/>
                </a:cubicBezTo>
                <a:lnTo>
                  <a:pt x="128721" y="200025"/>
                </a:lnTo>
                <a:lnTo>
                  <a:pt x="157296" y="200025"/>
                </a:lnTo>
                <a:cubicBezTo>
                  <a:pt x="165199" y="200025"/>
                  <a:pt x="171584" y="206410"/>
                  <a:pt x="171584" y="214313"/>
                </a:cubicBezTo>
                <a:cubicBezTo>
                  <a:pt x="171584" y="222215"/>
                  <a:pt x="165199" y="228600"/>
                  <a:pt x="157296" y="228600"/>
                </a:cubicBezTo>
                <a:lnTo>
                  <a:pt x="71571" y="228600"/>
                </a:lnTo>
                <a:cubicBezTo>
                  <a:pt x="63669" y="228600"/>
                  <a:pt x="57284" y="222215"/>
                  <a:pt x="57284" y="214313"/>
                </a:cubicBezTo>
                <a:cubicBezTo>
                  <a:pt x="57284" y="206410"/>
                  <a:pt x="63669" y="200025"/>
                  <a:pt x="71571" y="200025"/>
                </a:cubicBezTo>
                <a:lnTo>
                  <a:pt x="100146" y="200025"/>
                </a:lnTo>
                <a:lnTo>
                  <a:pt x="100146" y="167387"/>
                </a:lnTo>
                <a:cubicBezTo>
                  <a:pt x="93003" y="163949"/>
                  <a:pt x="84118" y="157564"/>
                  <a:pt x="75456" y="145822"/>
                </a:cubicBezTo>
                <a:cubicBezTo>
                  <a:pt x="67241" y="143679"/>
                  <a:pt x="58311" y="140419"/>
                  <a:pt x="49604" y="135508"/>
                </a:cubicBezTo>
                <a:cubicBezTo>
                  <a:pt x="25450" y="121980"/>
                  <a:pt x="3661" y="96485"/>
                  <a:pt x="536" y="50721"/>
                </a:cubicBezTo>
                <a:cubicBezTo>
                  <a:pt x="-313" y="38174"/>
                  <a:pt x="9912" y="28530"/>
                  <a:pt x="21565" y="28530"/>
                </a:cubicBezTo>
                <a:lnTo>
                  <a:pt x="43711" y="28530"/>
                </a:lnTo>
                <a:cubicBezTo>
                  <a:pt x="43577" y="26209"/>
                  <a:pt x="43488" y="23887"/>
                  <a:pt x="43398" y="21476"/>
                </a:cubicBezTo>
                <a:cubicBezTo>
                  <a:pt x="42952" y="9644"/>
                  <a:pt x="52596" y="-45"/>
                  <a:pt x="64428" y="-45"/>
                </a:cubicBezTo>
                <a:close/>
                <a:moveTo>
                  <a:pt x="45318" y="50006"/>
                </a:moveTo>
                <a:lnTo>
                  <a:pt x="21922" y="50006"/>
                </a:lnTo>
                <a:cubicBezTo>
                  <a:pt x="24691" y="87823"/>
                  <a:pt x="42059" y="106754"/>
                  <a:pt x="59963" y="116800"/>
                </a:cubicBezTo>
                <a:cubicBezTo>
                  <a:pt x="53533" y="100146"/>
                  <a:pt x="48220" y="78403"/>
                  <a:pt x="45318" y="50006"/>
                </a:cubicBezTo>
                <a:close/>
                <a:moveTo>
                  <a:pt x="169664" y="114657"/>
                </a:moveTo>
                <a:cubicBezTo>
                  <a:pt x="187747" y="104031"/>
                  <a:pt x="204088" y="85145"/>
                  <a:pt x="206856" y="50006"/>
                </a:cubicBezTo>
                <a:lnTo>
                  <a:pt x="183505" y="50006"/>
                </a:lnTo>
                <a:cubicBezTo>
                  <a:pt x="180737" y="77197"/>
                  <a:pt x="175736" y="98316"/>
                  <a:pt x="169664" y="114657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2" name="Text 20"/>
          <p:cNvSpPr/>
          <p:nvPr/>
        </p:nvSpPr>
        <p:spPr>
          <a:xfrm>
            <a:off x="958215" y="4549020"/>
            <a:ext cx="3762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6740" y="5063254"/>
            <a:ext cx="714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572232" y="5006104"/>
            <a:ext cx="1181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85-92%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6740" y="5520454"/>
            <a:ext cx="495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MAPE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40825" y="5463304"/>
            <a:ext cx="1009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CC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6-10%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6740" y="5977654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139089" y="5920504"/>
            <a:ext cx="609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&lt;1s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63490" y="1600200"/>
            <a:ext cx="6743700" cy="2305050"/>
          </a:xfrm>
          <a:custGeom>
            <a:avLst/>
            <a:gdLst/>
            <a:ahLst/>
            <a:cxnLst/>
            <a:rect l="l" t="t" r="r" b="b"/>
            <a:pathLst>
              <a:path w="6743700" h="2305050">
                <a:moveTo>
                  <a:pt x="0" y="0"/>
                </a:moveTo>
                <a:lnTo>
                  <a:pt x="6743700" y="0"/>
                </a:lnTo>
                <a:lnTo>
                  <a:pt x="6743700" y="2305050"/>
                </a:lnTo>
                <a:lnTo>
                  <a:pt x="0" y="230505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30" name="Shape 28"/>
          <p:cNvSpPr/>
          <p:nvPr/>
        </p:nvSpPr>
        <p:spPr>
          <a:xfrm>
            <a:off x="5063490" y="1600200"/>
            <a:ext cx="38100" cy="2305050"/>
          </a:xfrm>
          <a:custGeom>
            <a:avLst/>
            <a:gdLst/>
            <a:ahLst/>
            <a:cxnLst/>
            <a:rect l="l" t="t" r="r" b="b"/>
            <a:pathLst>
              <a:path w="38100" h="2305050">
                <a:moveTo>
                  <a:pt x="0" y="0"/>
                </a:moveTo>
                <a:lnTo>
                  <a:pt x="38100" y="0"/>
                </a:lnTo>
                <a:lnTo>
                  <a:pt x="38100" y="2305050"/>
                </a:lnTo>
                <a:lnTo>
                  <a:pt x="0" y="230505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31" name="Shape 29"/>
          <p:cNvSpPr/>
          <p:nvPr/>
        </p:nvSpPr>
        <p:spPr>
          <a:xfrm>
            <a:off x="5273040" y="18288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57163" y="0"/>
                </a:moveTo>
                <a:cubicBezTo>
                  <a:pt x="157163" y="-7903"/>
                  <a:pt x="150778" y="-14287"/>
                  <a:pt x="142875" y="-14287"/>
                </a:cubicBezTo>
                <a:cubicBezTo>
                  <a:pt x="134972" y="-14287"/>
                  <a:pt x="128588" y="-7903"/>
                  <a:pt x="128588" y="0"/>
                </a:cubicBezTo>
                <a:lnTo>
                  <a:pt x="128588" y="28575"/>
                </a:lnTo>
                <a:lnTo>
                  <a:pt x="85725" y="28575"/>
                </a:lnTo>
                <a:cubicBezTo>
                  <a:pt x="62061" y="28575"/>
                  <a:pt x="42863" y="47774"/>
                  <a:pt x="42863" y="71438"/>
                </a:cubicBezTo>
                <a:lnTo>
                  <a:pt x="42863" y="171450"/>
                </a:lnTo>
                <a:cubicBezTo>
                  <a:pt x="42863" y="195114"/>
                  <a:pt x="62061" y="214313"/>
                  <a:pt x="85725" y="214313"/>
                </a:cubicBezTo>
                <a:lnTo>
                  <a:pt x="200025" y="214313"/>
                </a:lnTo>
                <a:cubicBezTo>
                  <a:pt x="223689" y="214313"/>
                  <a:pt x="242888" y="195114"/>
                  <a:pt x="242888" y="171450"/>
                </a:cubicBezTo>
                <a:lnTo>
                  <a:pt x="242888" y="71438"/>
                </a:lnTo>
                <a:cubicBezTo>
                  <a:pt x="242888" y="47774"/>
                  <a:pt x="223689" y="28575"/>
                  <a:pt x="200025" y="28575"/>
                </a:cubicBezTo>
                <a:lnTo>
                  <a:pt x="157163" y="28575"/>
                </a:lnTo>
                <a:lnTo>
                  <a:pt x="157163" y="0"/>
                </a:lnTo>
                <a:close/>
                <a:moveTo>
                  <a:pt x="71438" y="164306"/>
                </a:moveTo>
                <a:cubicBezTo>
                  <a:pt x="71438" y="158368"/>
                  <a:pt x="76215" y="153591"/>
                  <a:pt x="82153" y="153591"/>
                </a:cubicBezTo>
                <a:lnTo>
                  <a:pt x="96441" y="153591"/>
                </a:lnTo>
                <a:cubicBezTo>
                  <a:pt x="102379" y="153591"/>
                  <a:pt x="107156" y="158368"/>
                  <a:pt x="107156" y="164306"/>
                </a:cubicBezTo>
                <a:cubicBezTo>
                  <a:pt x="107156" y="170244"/>
                  <a:pt x="102379" y="175022"/>
                  <a:pt x="96441" y="175022"/>
                </a:cubicBezTo>
                <a:lnTo>
                  <a:pt x="82153" y="175022"/>
                </a:lnTo>
                <a:cubicBezTo>
                  <a:pt x="76215" y="175022"/>
                  <a:pt x="71438" y="170244"/>
                  <a:pt x="71438" y="164306"/>
                </a:cubicBezTo>
                <a:close/>
                <a:moveTo>
                  <a:pt x="125016" y="164306"/>
                </a:moveTo>
                <a:cubicBezTo>
                  <a:pt x="125016" y="158368"/>
                  <a:pt x="129793" y="153591"/>
                  <a:pt x="135731" y="153591"/>
                </a:cubicBezTo>
                <a:lnTo>
                  <a:pt x="150019" y="153591"/>
                </a:lnTo>
                <a:cubicBezTo>
                  <a:pt x="155957" y="153591"/>
                  <a:pt x="160734" y="158368"/>
                  <a:pt x="160734" y="164306"/>
                </a:cubicBezTo>
                <a:cubicBezTo>
                  <a:pt x="160734" y="170244"/>
                  <a:pt x="155957" y="175022"/>
                  <a:pt x="150019" y="175022"/>
                </a:cubicBezTo>
                <a:lnTo>
                  <a:pt x="135731" y="175022"/>
                </a:lnTo>
                <a:cubicBezTo>
                  <a:pt x="129793" y="175022"/>
                  <a:pt x="125016" y="170244"/>
                  <a:pt x="125016" y="164306"/>
                </a:cubicBezTo>
                <a:close/>
                <a:moveTo>
                  <a:pt x="178594" y="164306"/>
                </a:moveTo>
                <a:cubicBezTo>
                  <a:pt x="178594" y="158368"/>
                  <a:pt x="183371" y="153591"/>
                  <a:pt x="189309" y="153591"/>
                </a:cubicBezTo>
                <a:lnTo>
                  <a:pt x="203597" y="153591"/>
                </a:lnTo>
                <a:cubicBezTo>
                  <a:pt x="209535" y="153591"/>
                  <a:pt x="214313" y="158368"/>
                  <a:pt x="214313" y="164306"/>
                </a:cubicBezTo>
                <a:cubicBezTo>
                  <a:pt x="214313" y="170244"/>
                  <a:pt x="209535" y="175022"/>
                  <a:pt x="203597" y="175022"/>
                </a:cubicBezTo>
                <a:lnTo>
                  <a:pt x="189309" y="175022"/>
                </a:lnTo>
                <a:cubicBezTo>
                  <a:pt x="183371" y="175022"/>
                  <a:pt x="178594" y="170244"/>
                  <a:pt x="178594" y="164306"/>
                </a:cubicBezTo>
                <a:close/>
                <a:moveTo>
                  <a:pt x="100013" y="78581"/>
                </a:moveTo>
                <a:cubicBezTo>
                  <a:pt x="111841" y="78581"/>
                  <a:pt x="121444" y="88184"/>
                  <a:pt x="121444" y="100013"/>
                </a:cubicBezTo>
                <a:cubicBezTo>
                  <a:pt x="121444" y="111841"/>
                  <a:pt x="111841" y="121444"/>
                  <a:pt x="100013" y="121444"/>
                </a:cubicBezTo>
                <a:cubicBezTo>
                  <a:pt x="88184" y="121444"/>
                  <a:pt x="78581" y="111841"/>
                  <a:pt x="78581" y="100013"/>
                </a:cubicBezTo>
                <a:cubicBezTo>
                  <a:pt x="78581" y="88184"/>
                  <a:pt x="88184" y="78581"/>
                  <a:pt x="100013" y="78581"/>
                </a:cubicBezTo>
                <a:close/>
                <a:moveTo>
                  <a:pt x="164306" y="100013"/>
                </a:moveTo>
                <a:cubicBezTo>
                  <a:pt x="164306" y="88184"/>
                  <a:pt x="173909" y="78581"/>
                  <a:pt x="185738" y="78581"/>
                </a:cubicBezTo>
                <a:cubicBezTo>
                  <a:pt x="197566" y="78581"/>
                  <a:pt x="207169" y="88184"/>
                  <a:pt x="207169" y="100013"/>
                </a:cubicBezTo>
                <a:cubicBezTo>
                  <a:pt x="207169" y="111841"/>
                  <a:pt x="197566" y="121444"/>
                  <a:pt x="185738" y="121444"/>
                </a:cubicBezTo>
                <a:cubicBezTo>
                  <a:pt x="173909" y="121444"/>
                  <a:pt x="164306" y="111841"/>
                  <a:pt x="164306" y="100013"/>
                </a:cubicBezTo>
                <a:close/>
                <a:moveTo>
                  <a:pt x="28575" y="100013"/>
                </a:moveTo>
                <a:cubicBezTo>
                  <a:pt x="28575" y="92110"/>
                  <a:pt x="22190" y="85725"/>
                  <a:pt x="14288" y="85725"/>
                </a:cubicBezTo>
                <a:cubicBezTo>
                  <a:pt x="6385" y="85725"/>
                  <a:pt x="0" y="92110"/>
                  <a:pt x="0" y="100013"/>
                </a:cubicBezTo>
                <a:lnTo>
                  <a:pt x="0" y="142875"/>
                </a:lnTo>
                <a:cubicBezTo>
                  <a:pt x="0" y="150778"/>
                  <a:pt x="6385" y="157163"/>
                  <a:pt x="14288" y="157163"/>
                </a:cubicBezTo>
                <a:cubicBezTo>
                  <a:pt x="22190" y="157163"/>
                  <a:pt x="28575" y="150778"/>
                  <a:pt x="28575" y="142875"/>
                </a:cubicBezTo>
                <a:lnTo>
                  <a:pt x="28575" y="100013"/>
                </a:lnTo>
                <a:close/>
                <a:moveTo>
                  <a:pt x="271463" y="85725"/>
                </a:moveTo>
                <a:cubicBezTo>
                  <a:pt x="263560" y="85725"/>
                  <a:pt x="257175" y="92110"/>
                  <a:pt x="257175" y="100013"/>
                </a:cubicBezTo>
                <a:lnTo>
                  <a:pt x="257175" y="142875"/>
                </a:lnTo>
                <a:cubicBezTo>
                  <a:pt x="257175" y="150778"/>
                  <a:pt x="263560" y="157163"/>
                  <a:pt x="271463" y="157163"/>
                </a:cubicBezTo>
                <a:cubicBezTo>
                  <a:pt x="279365" y="157163"/>
                  <a:pt x="285750" y="150778"/>
                  <a:pt x="285750" y="142875"/>
                </a:cubicBezTo>
                <a:lnTo>
                  <a:pt x="285750" y="100013"/>
                </a:lnTo>
                <a:cubicBezTo>
                  <a:pt x="285750" y="92110"/>
                  <a:pt x="279365" y="85725"/>
                  <a:pt x="271463" y="85725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32" name="Text 30"/>
          <p:cNvSpPr/>
          <p:nvPr/>
        </p:nvSpPr>
        <p:spPr>
          <a:xfrm>
            <a:off x="5644515" y="1790700"/>
            <a:ext cx="6086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CC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Model Architecture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73040" y="2247784"/>
            <a:ext cx="2009775" cy="1085850"/>
          </a:xfrm>
          <a:custGeom>
            <a:avLst/>
            <a:gdLst/>
            <a:ahLst/>
            <a:cxnLst/>
            <a:rect l="l" t="t" r="r" b="b"/>
            <a:pathLst>
              <a:path w="2009775" h="1085850">
                <a:moveTo>
                  <a:pt x="0" y="0"/>
                </a:moveTo>
                <a:lnTo>
                  <a:pt x="2009775" y="0"/>
                </a:lnTo>
                <a:lnTo>
                  <a:pt x="2009775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/>
        </p:spPr>
      </p:sp>
      <p:sp>
        <p:nvSpPr>
          <p:cNvPr id="34" name="Shape 32"/>
          <p:cNvSpPr/>
          <p:nvPr/>
        </p:nvSpPr>
        <p:spPr>
          <a:xfrm>
            <a:off x="6157436" y="240018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-17859"/>
                </a:moveTo>
                <a:cubicBezTo>
                  <a:pt x="128922" y="-17859"/>
                  <a:pt x="132662" y="-16129"/>
                  <a:pt x="135229" y="-13115"/>
                </a:cubicBezTo>
                <a:lnTo>
                  <a:pt x="211131" y="76181"/>
                </a:lnTo>
                <a:cubicBezTo>
                  <a:pt x="214536" y="80144"/>
                  <a:pt x="215261" y="85725"/>
                  <a:pt x="213085" y="90469"/>
                </a:cubicBezTo>
                <a:cubicBezTo>
                  <a:pt x="210908" y="95213"/>
                  <a:pt x="206164" y="98227"/>
                  <a:pt x="200918" y="98227"/>
                </a:cubicBezTo>
                <a:lnTo>
                  <a:pt x="187021" y="98227"/>
                </a:lnTo>
                <a:lnTo>
                  <a:pt x="228991" y="147619"/>
                </a:lnTo>
                <a:cubicBezTo>
                  <a:pt x="232395" y="151581"/>
                  <a:pt x="233121" y="157163"/>
                  <a:pt x="230944" y="161906"/>
                </a:cubicBezTo>
                <a:cubicBezTo>
                  <a:pt x="228767" y="166650"/>
                  <a:pt x="224024" y="169664"/>
                  <a:pt x="218777" y="169664"/>
                </a:cubicBezTo>
                <a:lnTo>
                  <a:pt x="197290" y="169664"/>
                </a:lnTo>
                <a:lnTo>
                  <a:pt x="246850" y="227986"/>
                </a:lnTo>
                <a:cubicBezTo>
                  <a:pt x="250254" y="231949"/>
                  <a:pt x="250980" y="237530"/>
                  <a:pt x="248803" y="242274"/>
                </a:cubicBezTo>
                <a:cubicBezTo>
                  <a:pt x="246627" y="247017"/>
                  <a:pt x="241883" y="250031"/>
                  <a:pt x="236637" y="250031"/>
                </a:cubicBezTo>
                <a:lnTo>
                  <a:pt x="142875" y="250031"/>
                </a:lnTo>
                <a:lnTo>
                  <a:pt x="142875" y="285750"/>
                </a:lnTo>
                <a:cubicBezTo>
                  <a:pt x="142875" y="295628"/>
                  <a:pt x="134894" y="303609"/>
                  <a:pt x="125016" y="303609"/>
                </a:cubicBezTo>
                <a:cubicBezTo>
                  <a:pt x="115137" y="303609"/>
                  <a:pt x="107156" y="295628"/>
                  <a:pt x="107156" y="285750"/>
                </a:cubicBezTo>
                <a:lnTo>
                  <a:pt x="107156" y="250031"/>
                </a:lnTo>
                <a:lnTo>
                  <a:pt x="13395" y="250031"/>
                </a:lnTo>
                <a:cubicBezTo>
                  <a:pt x="8148" y="250031"/>
                  <a:pt x="3404" y="247017"/>
                  <a:pt x="1228" y="242274"/>
                </a:cubicBezTo>
                <a:cubicBezTo>
                  <a:pt x="-949" y="237530"/>
                  <a:pt x="-223" y="231949"/>
                  <a:pt x="3181" y="227986"/>
                </a:cubicBezTo>
                <a:lnTo>
                  <a:pt x="52741" y="169664"/>
                </a:lnTo>
                <a:lnTo>
                  <a:pt x="31254" y="169664"/>
                </a:lnTo>
                <a:cubicBezTo>
                  <a:pt x="26008" y="169664"/>
                  <a:pt x="21264" y="166650"/>
                  <a:pt x="19087" y="161906"/>
                </a:cubicBezTo>
                <a:cubicBezTo>
                  <a:pt x="16911" y="157163"/>
                  <a:pt x="17636" y="151581"/>
                  <a:pt x="21041" y="147619"/>
                </a:cubicBezTo>
                <a:lnTo>
                  <a:pt x="63010" y="98227"/>
                </a:lnTo>
                <a:lnTo>
                  <a:pt x="49113" y="98227"/>
                </a:lnTo>
                <a:cubicBezTo>
                  <a:pt x="43867" y="98227"/>
                  <a:pt x="39123" y="95213"/>
                  <a:pt x="36947" y="90469"/>
                </a:cubicBezTo>
                <a:cubicBezTo>
                  <a:pt x="34770" y="85725"/>
                  <a:pt x="35496" y="80144"/>
                  <a:pt x="38900" y="76181"/>
                </a:cubicBezTo>
                <a:lnTo>
                  <a:pt x="114802" y="-13115"/>
                </a:lnTo>
                <a:cubicBezTo>
                  <a:pt x="117370" y="-16129"/>
                  <a:pt x="121109" y="-17859"/>
                  <a:pt x="125016" y="-17859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5" name="Text 33"/>
          <p:cNvSpPr/>
          <p:nvPr/>
        </p:nvSpPr>
        <p:spPr>
          <a:xfrm>
            <a:off x="5387340" y="2762134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92103" y="2990734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 method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439620" y="2247784"/>
            <a:ext cx="2009775" cy="1085850"/>
          </a:xfrm>
          <a:custGeom>
            <a:avLst/>
            <a:gdLst/>
            <a:ahLst/>
            <a:cxnLst/>
            <a:rect l="l" t="t" r="r" b="b"/>
            <a:pathLst>
              <a:path w="2009775" h="1085850">
                <a:moveTo>
                  <a:pt x="0" y="0"/>
                </a:moveTo>
                <a:lnTo>
                  <a:pt x="2009775" y="0"/>
                </a:lnTo>
                <a:lnTo>
                  <a:pt x="2009775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/>
        </p:spPr>
      </p:sp>
      <p:sp>
        <p:nvSpPr>
          <p:cNvPr id="38" name="Shape 36"/>
          <p:cNvSpPr/>
          <p:nvPr/>
        </p:nvSpPr>
        <p:spPr>
          <a:xfrm>
            <a:off x="8324017" y="240018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39" name="Text 37"/>
          <p:cNvSpPr/>
          <p:nvPr/>
        </p:nvSpPr>
        <p:spPr>
          <a:xfrm>
            <a:off x="7553920" y="2762134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XGBoost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558683" y="2990734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606201" y="2247784"/>
            <a:ext cx="2009775" cy="1085850"/>
          </a:xfrm>
          <a:custGeom>
            <a:avLst/>
            <a:gdLst/>
            <a:ahLst/>
            <a:cxnLst/>
            <a:rect l="l" t="t" r="r" b="b"/>
            <a:pathLst>
              <a:path w="2009775" h="1085850">
                <a:moveTo>
                  <a:pt x="0" y="0"/>
                </a:moveTo>
                <a:lnTo>
                  <a:pt x="2009775" y="0"/>
                </a:lnTo>
                <a:lnTo>
                  <a:pt x="2009775" y="1085850"/>
                </a:lnTo>
                <a:lnTo>
                  <a:pt x="0" y="108585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/>
        </p:spPr>
      </p:sp>
      <p:sp>
        <p:nvSpPr>
          <p:cNvPr id="42" name="Shape 40"/>
          <p:cNvSpPr/>
          <p:nvPr/>
        </p:nvSpPr>
        <p:spPr>
          <a:xfrm>
            <a:off x="10454998" y="2400184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38410" y="49113"/>
                </a:moveTo>
                <a:lnTo>
                  <a:pt x="183059" y="49113"/>
                </a:lnTo>
                <a:lnTo>
                  <a:pt x="183059" y="75902"/>
                </a:lnTo>
                <a:lnTo>
                  <a:pt x="138410" y="75902"/>
                </a:lnTo>
                <a:lnTo>
                  <a:pt x="138410" y="49113"/>
                </a:lnTo>
                <a:close/>
                <a:moveTo>
                  <a:pt x="133945" y="17859"/>
                </a:moveTo>
                <a:cubicBezTo>
                  <a:pt x="119156" y="17859"/>
                  <a:pt x="107156" y="29859"/>
                  <a:pt x="107156" y="44648"/>
                </a:cubicBezTo>
                <a:lnTo>
                  <a:pt x="107156" y="80367"/>
                </a:lnTo>
                <a:cubicBezTo>
                  <a:pt x="107156" y="95157"/>
                  <a:pt x="119156" y="107156"/>
                  <a:pt x="133945" y="107156"/>
                </a:cubicBezTo>
                <a:lnTo>
                  <a:pt x="142875" y="107156"/>
                </a:lnTo>
                <a:lnTo>
                  <a:pt x="142875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71438" y="160734"/>
                </a:lnTo>
                <a:lnTo>
                  <a:pt x="71438" y="178594"/>
                </a:lnTo>
                <a:lnTo>
                  <a:pt x="62508" y="178594"/>
                </a:lnTo>
                <a:cubicBezTo>
                  <a:pt x="47718" y="178594"/>
                  <a:pt x="35719" y="190593"/>
                  <a:pt x="35719" y="205383"/>
                </a:cubicBezTo>
                <a:lnTo>
                  <a:pt x="35719" y="241102"/>
                </a:lnTo>
                <a:cubicBezTo>
                  <a:pt x="35719" y="255891"/>
                  <a:pt x="47718" y="267891"/>
                  <a:pt x="62508" y="267891"/>
                </a:cubicBezTo>
                <a:lnTo>
                  <a:pt x="116086" y="267891"/>
                </a:lnTo>
                <a:cubicBezTo>
                  <a:pt x="130876" y="267891"/>
                  <a:pt x="142875" y="255891"/>
                  <a:pt x="142875" y="241102"/>
                </a:cubicBezTo>
                <a:lnTo>
                  <a:pt x="142875" y="205383"/>
                </a:lnTo>
                <a:cubicBezTo>
                  <a:pt x="142875" y="190593"/>
                  <a:pt x="130876" y="178594"/>
                  <a:pt x="116086" y="178594"/>
                </a:cubicBezTo>
                <a:lnTo>
                  <a:pt x="107156" y="178594"/>
                </a:lnTo>
                <a:lnTo>
                  <a:pt x="107156" y="160734"/>
                </a:lnTo>
                <a:lnTo>
                  <a:pt x="214313" y="160734"/>
                </a:lnTo>
                <a:lnTo>
                  <a:pt x="214313" y="178594"/>
                </a:lnTo>
                <a:lnTo>
                  <a:pt x="205383" y="178594"/>
                </a:lnTo>
                <a:cubicBezTo>
                  <a:pt x="190593" y="178594"/>
                  <a:pt x="178594" y="190593"/>
                  <a:pt x="178594" y="205383"/>
                </a:cubicBezTo>
                <a:lnTo>
                  <a:pt x="178594" y="241102"/>
                </a:lnTo>
                <a:cubicBezTo>
                  <a:pt x="178594" y="255891"/>
                  <a:pt x="190593" y="267891"/>
                  <a:pt x="205383" y="267891"/>
                </a:cubicBezTo>
                <a:lnTo>
                  <a:pt x="258961" y="267891"/>
                </a:lnTo>
                <a:cubicBezTo>
                  <a:pt x="273751" y="267891"/>
                  <a:pt x="285750" y="255891"/>
                  <a:pt x="285750" y="241102"/>
                </a:cubicBezTo>
                <a:lnTo>
                  <a:pt x="285750" y="205383"/>
                </a:lnTo>
                <a:cubicBezTo>
                  <a:pt x="285750" y="190593"/>
                  <a:pt x="273751" y="178594"/>
                  <a:pt x="258961" y="178594"/>
                </a:cubicBezTo>
                <a:lnTo>
                  <a:pt x="250031" y="178594"/>
                </a:lnTo>
                <a:lnTo>
                  <a:pt x="250031" y="160734"/>
                </a:lnTo>
                <a:lnTo>
                  <a:pt x="303609" y="160734"/>
                </a:lnTo>
                <a:cubicBezTo>
                  <a:pt x="313488" y="160734"/>
                  <a:pt x="321469" y="152753"/>
                  <a:pt x="321469" y="142875"/>
                </a:cubicBezTo>
                <a:cubicBezTo>
                  <a:pt x="321469" y="132997"/>
                  <a:pt x="313488" y="125016"/>
                  <a:pt x="303609" y="125016"/>
                </a:cubicBezTo>
                <a:lnTo>
                  <a:pt x="178594" y="125016"/>
                </a:lnTo>
                <a:lnTo>
                  <a:pt x="178594" y="107156"/>
                </a:lnTo>
                <a:lnTo>
                  <a:pt x="187523" y="107156"/>
                </a:lnTo>
                <a:cubicBezTo>
                  <a:pt x="202313" y="107156"/>
                  <a:pt x="214313" y="95157"/>
                  <a:pt x="214313" y="80367"/>
                </a:cubicBezTo>
                <a:lnTo>
                  <a:pt x="214313" y="44648"/>
                </a:lnTo>
                <a:cubicBezTo>
                  <a:pt x="214313" y="29859"/>
                  <a:pt x="202313" y="17859"/>
                  <a:pt x="187523" y="17859"/>
                </a:cubicBezTo>
                <a:lnTo>
                  <a:pt x="133945" y="17859"/>
                </a:lnTo>
                <a:close/>
                <a:moveTo>
                  <a:pt x="250031" y="209848"/>
                </a:moveTo>
                <a:lnTo>
                  <a:pt x="254496" y="209848"/>
                </a:lnTo>
                <a:lnTo>
                  <a:pt x="254496" y="236637"/>
                </a:lnTo>
                <a:lnTo>
                  <a:pt x="209848" y="236637"/>
                </a:lnTo>
                <a:lnTo>
                  <a:pt x="209848" y="209848"/>
                </a:lnTo>
                <a:lnTo>
                  <a:pt x="250031" y="209848"/>
                </a:lnTo>
                <a:close/>
                <a:moveTo>
                  <a:pt x="107156" y="209848"/>
                </a:moveTo>
                <a:lnTo>
                  <a:pt x="111621" y="209848"/>
                </a:lnTo>
                <a:lnTo>
                  <a:pt x="111621" y="236637"/>
                </a:lnTo>
                <a:lnTo>
                  <a:pt x="66973" y="236637"/>
                </a:lnTo>
                <a:lnTo>
                  <a:pt x="66973" y="209848"/>
                </a:lnTo>
                <a:lnTo>
                  <a:pt x="107156" y="209848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43" name="Text 41"/>
          <p:cNvSpPr/>
          <p:nvPr/>
        </p:nvSpPr>
        <p:spPr>
          <a:xfrm>
            <a:off x="9720501" y="2762134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LSTM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725263" y="2990734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273040" y="3486034"/>
            <a:ext cx="641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approach combining ensemble methods with deep learning for optimal accuracy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063490" y="4057534"/>
            <a:ext cx="6743700" cy="1714500"/>
          </a:xfrm>
          <a:custGeom>
            <a:avLst/>
            <a:gdLst/>
            <a:ahLst/>
            <a:cxnLst/>
            <a:rect l="l" t="t" r="r" b="b"/>
            <a:pathLst>
              <a:path w="6743700" h="1714500">
                <a:moveTo>
                  <a:pt x="0" y="0"/>
                </a:moveTo>
                <a:lnTo>
                  <a:pt x="6743700" y="0"/>
                </a:lnTo>
                <a:lnTo>
                  <a:pt x="67437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7" name="Shape 45"/>
          <p:cNvSpPr/>
          <p:nvPr/>
        </p:nvSpPr>
        <p:spPr>
          <a:xfrm>
            <a:off x="5063490" y="4057534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48" name="Shape 46"/>
          <p:cNvSpPr/>
          <p:nvPr/>
        </p:nvSpPr>
        <p:spPr>
          <a:xfrm>
            <a:off x="5301615" y="428613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49" name="Text 47"/>
          <p:cNvSpPr/>
          <p:nvPr/>
        </p:nvSpPr>
        <p:spPr>
          <a:xfrm>
            <a:off x="5644515" y="4248034"/>
            <a:ext cx="6086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Output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273040" y="4705113"/>
            <a:ext cx="3095625" cy="876300"/>
          </a:xfrm>
          <a:custGeom>
            <a:avLst/>
            <a:gdLst/>
            <a:ahLst/>
            <a:cxnLst/>
            <a:rect l="l" t="t" r="r" b="b"/>
            <a:pathLst>
              <a:path w="3095625" h="876300">
                <a:moveTo>
                  <a:pt x="0" y="0"/>
                </a:moveTo>
                <a:lnTo>
                  <a:pt x="3095625" y="0"/>
                </a:lnTo>
                <a:lnTo>
                  <a:pt x="30956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/>
        </p:spPr>
      </p:sp>
      <p:sp>
        <p:nvSpPr>
          <p:cNvPr id="51" name="Text 49"/>
          <p:cNvSpPr/>
          <p:nvPr/>
        </p:nvSpPr>
        <p:spPr>
          <a:xfrm>
            <a:off x="5425440" y="4857513"/>
            <a:ext cx="287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Congestion Level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425440" y="5200413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/ Medium / High / Severe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522970" y="4705113"/>
            <a:ext cx="3095625" cy="876300"/>
          </a:xfrm>
          <a:custGeom>
            <a:avLst/>
            <a:gdLst/>
            <a:ahLst/>
            <a:cxnLst/>
            <a:rect l="l" t="t" r="r" b="b"/>
            <a:pathLst>
              <a:path w="3095625" h="876300">
                <a:moveTo>
                  <a:pt x="0" y="0"/>
                </a:moveTo>
                <a:lnTo>
                  <a:pt x="3095625" y="0"/>
                </a:lnTo>
                <a:lnTo>
                  <a:pt x="3095625" y="876300"/>
                </a:lnTo>
                <a:lnTo>
                  <a:pt x="0" y="876300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/>
        </p:spPr>
      </p:sp>
      <p:sp>
        <p:nvSpPr>
          <p:cNvPr id="54" name="Text 52"/>
          <p:cNvSpPr/>
          <p:nvPr/>
        </p:nvSpPr>
        <p:spPr>
          <a:xfrm>
            <a:off x="8675370" y="4857513"/>
            <a:ext cx="287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00FF8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Score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675370" y="5200413"/>
            <a:ext cx="2867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0-100% prediction certainty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048250" y="5928123"/>
            <a:ext cx="6760845" cy="769620"/>
          </a:xfrm>
          <a:custGeom>
            <a:avLst/>
            <a:gdLst/>
            <a:ahLst/>
            <a:cxnLst/>
            <a:rect l="l" t="t" r="r" b="b"/>
            <a:pathLst>
              <a:path w="6760845" h="769620">
                <a:moveTo>
                  <a:pt x="0" y="0"/>
                </a:moveTo>
                <a:lnTo>
                  <a:pt x="6760845" y="0"/>
                </a:lnTo>
                <a:lnTo>
                  <a:pt x="6760845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0160">
            <a:solidFill>
              <a:srgbClr val="DDFF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223510" y="61148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8" name="Text 56"/>
          <p:cNvSpPr/>
          <p:nvPr/>
        </p:nvSpPr>
        <p:spPr>
          <a:xfrm>
            <a:off x="5452110" y="6084331"/>
            <a:ext cx="6276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Evolution: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Traditional ML (75-85%) → Deep Learning (85-92%) → LLM Integration (90-95%)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0842058" y="6172200"/>
            <a:ext cx="1000125" cy="381000"/>
          </a:xfrm>
          <a:custGeom>
            <a:avLst/>
            <a:gdLst/>
            <a:ahLst/>
            <a:cxnLst/>
            <a:rect l="l" t="t" r="r" b="b"/>
            <a:pathLst>
              <a:path w="1000125" h="381000">
                <a:moveTo>
                  <a:pt x="0" y="0"/>
                </a:moveTo>
                <a:lnTo>
                  <a:pt x="1000125" y="0"/>
                </a:lnTo>
                <a:lnTo>
                  <a:pt x="10001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0" name="Text 58"/>
          <p:cNvSpPr/>
          <p:nvPr/>
        </p:nvSpPr>
        <p:spPr>
          <a:xfrm>
            <a:off x="11012275" y="6248400"/>
            <a:ext cx="82302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MODEL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Dashboard Demo: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Real-Time Visualization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1409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" y="1684020"/>
            <a:ext cx="6749415" cy="5063490"/>
          </a:xfrm>
          <a:custGeom>
            <a:avLst/>
            <a:gdLst/>
            <a:ahLst/>
            <a:cxnLst/>
            <a:rect l="l" t="t" r="r" b="b"/>
            <a:pathLst>
              <a:path w="6749415" h="5063490">
                <a:moveTo>
                  <a:pt x="0" y="0"/>
                </a:moveTo>
                <a:lnTo>
                  <a:pt x="6749415" y="0"/>
                </a:lnTo>
                <a:lnTo>
                  <a:pt x="6749415" y="5063490"/>
                </a:lnTo>
                <a:lnTo>
                  <a:pt x="0" y="506349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20320">
            <a:solidFill>
              <a:srgbClr val="DDFF00"/>
            </a:solidFill>
            <a:prstDash val="solid"/>
          </a:ln>
        </p:spPr>
      </p:sp>
      <p:pic>
        <p:nvPicPr>
          <p:cNvPr id="5" name="Image 0" descr="https://kimi-web-img.moonshot.cn/img/cdn.dribbble.com/76b76cfddfb43fc002430398d94d4792922a5a7f.png"/>
          <p:cNvPicPr>
            <a:picLocks noChangeAspect="1"/>
          </p:cNvPicPr>
          <p:nvPr/>
        </p:nvPicPr>
        <p:blipFill>
          <a:blip r:embed="rId3"/>
          <a:srcRect l="10183" r="10183"/>
          <a:stretch/>
        </p:blipFill>
        <p:spPr>
          <a:xfrm>
            <a:off x="624840" y="1920241"/>
            <a:ext cx="6276975" cy="4591050"/>
          </a:xfrm>
          <a:prstGeom prst="roundRect">
            <a:avLst>
              <a:gd name="adj" fmla="val 83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7395210" y="1676400"/>
            <a:ext cx="4419600" cy="1333500"/>
          </a:xfrm>
          <a:custGeom>
            <a:avLst/>
            <a:gdLst/>
            <a:ahLst/>
            <a:cxnLst/>
            <a:rect l="l" t="t" r="r" b="b"/>
            <a:pathLst>
              <a:path w="4419600" h="1333500">
                <a:moveTo>
                  <a:pt x="0" y="0"/>
                </a:moveTo>
                <a:lnTo>
                  <a:pt x="4419600" y="0"/>
                </a:lnTo>
                <a:lnTo>
                  <a:pt x="44196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7" name="Shape 4"/>
          <p:cNvSpPr/>
          <p:nvPr/>
        </p:nvSpPr>
        <p:spPr>
          <a:xfrm>
            <a:off x="7395210" y="1676400"/>
            <a:ext cx="38100" cy="1333500"/>
          </a:xfrm>
          <a:custGeom>
            <a:avLst/>
            <a:gdLst/>
            <a:ahLst/>
            <a:cxnLst/>
            <a:rect l="l" t="t" r="r" b="b"/>
            <a:pathLst>
              <a:path w="38100" h="1333500">
                <a:moveTo>
                  <a:pt x="0" y="0"/>
                </a:moveTo>
                <a:lnTo>
                  <a:pt x="38100" y="0"/>
                </a:lnTo>
                <a:lnTo>
                  <a:pt x="381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8" name="Shape 5"/>
          <p:cNvSpPr/>
          <p:nvPr/>
        </p:nvSpPr>
        <p:spPr>
          <a:xfrm>
            <a:off x="7647623" y="18859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661" y="-11787"/>
                </a:moveTo>
                <a:cubicBezTo>
                  <a:pt x="75813" y="-15270"/>
                  <a:pt x="81930" y="-15136"/>
                  <a:pt x="85904" y="-11385"/>
                </a:cubicBezTo>
                <a:cubicBezTo>
                  <a:pt x="91395" y="-6206"/>
                  <a:pt x="96307" y="-491"/>
                  <a:pt x="101039" y="5313"/>
                </a:cubicBezTo>
                <a:cubicBezTo>
                  <a:pt x="107067" y="12680"/>
                  <a:pt x="114300" y="22414"/>
                  <a:pt x="121265" y="33977"/>
                </a:cubicBezTo>
                <a:cubicBezTo>
                  <a:pt x="123587" y="30941"/>
                  <a:pt x="125730" y="28262"/>
                  <a:pt x="127605" y="25985"/>
                </a:cubicBezTo>
                <a:cubicBezTo>
                  <a:pt x="128096" y="25405"/>
                  <a:pt x="128588" y="24780"/>
                  <a:pt x="129079" y="24155"/>
                </a:cubicBezTo>
                <a:cubicBezTo>
                  <a:pt x="132606" y="19779"/>
                  <a:pt x="136981" y="14287"/>
                  <a:pt x="142830" y="14287"/>
                </a:cubicBezTo>
                <a:cubicBezTo>
                  <a:pt x="148813" y="14287"/>
                  <a:pt x="153010" y="19601"/>
                  <a:pt x="156582" y="24155"/>
                </a:cubicBezTo>
                <a:cubicBezTo>
                  <a:pt x="157163" y="24914"/>
                  <a:pt x="157743" y="25628"/>
                  <a:pt x="158323" y="26298"/>
                </a:cubicBezTo>
                <a:cubicBezTo>
                  <a:pt x="162922" y="31834"/>
                  <a:pt x="169039" y="39826"/>
                  <a:pt x="175156" y="49694"/>
                </a:cubicBezTo>
                <a:cubicBezTo>
                  <a:pt x="187300" y="69294"/>
                  <a:pt x="199980" y="97200"/>
                  <a:pt x="199980" y="128543"/>
                </a:cubicBezTo>
                <a:cubicBezTo>
                  <a:pt x="199980" y="183773"/>
                  <a:pt x="155198" y="228555"/>
                  <a:pt x="99968" y="228555"/>
                </a:cubicBezTo>
                <a:cubicBezTo>
                  <a:pt x="44738" y="228555"/>
                  <a:pt x="0" y="183818"/>
                  <a:pt x="0" y="128588"/>
                </a:cubicBezTo>
                <a:cubicBezTo>
                  <a:pt x="0" y="87913"/>
                  <a:pt x="18351" y="52685"/>
                  <a:pt x="35942" y="28129"/>
                </a:cubicBezTo>
                <a:cubicBezTo>
                  <a:pt x="44827" y="15761"/>
                  <a:pt x="53667" y="5849"/>
                  <a:pt x="60320" y="-938"/>
                </a:cubicBezTo>
                <a:cubicBezTo>
                  <a:pt x="63981" y="-4688"/>
                  <a:pt x="67687" y="-8394"/>
                  <a:pt x="71705" y="-11743"/>
                </a:cubicBezTo>
                <a:close/>
                <a:moveTo>
                  <a:pt x="100772" y="185738"/>
                </a:moveTo>
                <a:cubicBezTo>
                  <a:pt x="112068" y="185738"/>
                  <a:pt x="122069" y="182612"/>
                  <a:pt x="131490" y="176361"/>
                </a:cubicBezTo>
                <a:cubicBezTo>
                  <a:pt x="150287" y="163235"/>
                  <a:pt x="155332" y="136981"/>
                  <a:pt x="144036" y="116354"/>
                </a:cubicBezTo>
                <a:cubicBezTo>
                  <a:pt x="142027" y="112335"/>
                  <a:pt x="136892" y="112068"/>
                  <a:pt x="133990" y="115461"/>
                </a:cubicBezTo>
                <a:lnTo>
                  <a:pt x="122739" y="128543"/>
                </a:lnTo>
                <a:cubicBezTo>
                  <a:pt x="119792" y="131936"/>
                  <a:pt x="114479" y="131847"/>
                  <a:pt x="111710" y="128320"/>
                </a:cubicBezTo>
                <a:cubicBezTo>
                  <a:pt x="103986" y="118452"/>
                  <a:pt x="89788" y="100459"/>
                  <a:pt x="82555" y="91261"/>
                </a:cubicBezTo>
                <a:cubicBezTo>
                  <a:pt x="80144" y="88181"/>
                  <a:pt x="75768" y="87690"/>
                  <a:pt x="72956" y="90413"/>
                </a:cubicBezTo>
                <a:cubicBezTo>
                  <a:pt x="64785" y="98361"/>
                  <a:pt x="49962" y="115773"/>
                  <a:pt x="49962" y="136981"/>
                </a:cubicBezTo>
                <a:cubicBezTo>
                  <a:pt x="49962" y="167610"/>
                  <a:pt x="72554" y="185738"/>
                  <a:pt x="100727" y="185738"/>
                </a:cubicBez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9" name="Text 6"/>
          <p:cNvSpPr/>
          <p:nvPr/>
        </p:nvSpPr>
        <p:spPr>
          <a:xfrm>
            <a:off x="8004810" y="1866900"/>
            <a:ext cx="160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336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Traffic Heatmap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04760" y="224790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Color-coded congestion levels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04760" y="2552700"/>
            <a:ext cx="476250" cy="266700"/>
          </a:xfrm>
          <a:custGeom>
            <a:avLst/>
            <a:gdLst/>
            <a:ahLst/>
            <a:cxnLst/>
            <a:rect l="l" t="t" r="r" b="b"/>
            <a:pathLst>
              <a:path w="476250" h="266700">
                <a:moveTo>
                  <a:pt x="0" y="0"/>
                </a:moveTo>
                <a:lnTo>
                  <a:pt x="476250" y="0"/>
                </a:lnTo>
                <a:lnTo>
                  <a:pt x="47625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2" name="Text 9"/>
          <p:cNvSpPr/>
          <p:nvPr/>
        </p:nvSpPr>
        <p:spPr>
          <a:xfrm>
            <a:off x="7604760" y="2552700"/>
            <a:ext cx="5429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159234" y="2552700"/>
            <a:ext cx="495300" cy="266700"/>
          </a:xfrm>
          <a:custGeom>
            <a:avLst/>
            <a:gdLst/>
            <a:ahLst/>
            <a:cxnLst/>
            <a:rect l="l" t="t" r="r" b="b"/>
            <a:pathLst>
              <a:path w="495300" h="266700">
                <a:moveTo>
                  <a:pt x="0" y="0"/>
                </a:moveTo>
                <a:lnTo>
                  <a:pt x="495300" y="0"/>
                </a:lnTo>
                <a:lnTo>
                  <a:pt x="4953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4" name="Text 11"/>
          <p:cNvSpPr/>
          <p:nvPr/>
        </p:nvSpPr>
        <p:spPr>
          <a:xfrm>
            <a:off x="8159234" y="2552700"/>
            <a:ext cx="5619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731091" y="2552700"/>
            <a:ext cx="504825" cy="266700"/>
          </a:xfrm>
          <a:custGeom>
            <a:avLst/>
            <a:gdLst/>
            <a:ahLst/>
            <a:cxnLst/>
            <a:rect l="l" t="t" r="r" b="b"/>
            <a:pathLst>
              <a:path w="504825" h="266700">
                <a:moveTo>
                  <a:pt x="0" y="0"/>
                </a:moveTo>
                <a:lnTo>
                  <a:pt x="504825" y="0"/>
                </a:lnTo>
                <a:lnTo>
                  <a:pt x="504825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16" name="Text 13"/>
          <p:cNvSpPr/>
          <p:nvPr/>
        </p:nvSpPr>
        <p:spPr>
          <a:xfrm>
            <a:off x="8731091" y="2552700"/>
            <a:ext cx="5715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95210" y="3162300"/>
            <a:ext cx="4419600" cy="1257300"/>
          </a:xfrm>
          <a:custGeom>
            <a:avLst/>
            <a:gdLst/>
            <a:ahLst/>
            <a:cxnLst/>
            <a:rect l="l" t="t" r="r" b="b"/>
            <a:pathLst>
              <a:path w="4419600" h="1257300">
                <a:moveTo>
                  <a:pt x="0" y="0"/>
                </a:moveTo>
                <a:lnTo>
                  <a:pt x="4419600" y="0"/>
                </a:lnTo>
                <a:lnTo>
                  <a:pt x="44196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18" name="Shape 15"/>
          <p:cNvSpPr/>
          <p:nvPr/>
        </p:nvSpPr>
        <p:spPr>
          <a:xfrm>
            <a:off x="7395210" y="31623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9" name="Shape 16"/>
          <p:cNvSpPr/>
          <p:nvPr/>
        </p:nvSpPr>
        <p:spPr>
          <a:xfrm>
            <a:off x="7633335" y="3371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20" name="Text 17"/>
          <p:cNvSpPr/>
          <p:nvPr/>
        </p:nvSpPr>
        <p:spPr>
          <a:xfrm>
            <a:off x="8004810" y="3352800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CC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Prediction Graphs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604760" y="373380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 trends &amp; patterns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04760" y="4038600"/>
            <a:ext cx="40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15-60 minutes prediction horizon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395210" y="4572000"/>
            <a:ext cx="4419600" cy="1257300"/>
          </a:xfrm>
          <a:custGeom>
            <a:avLst/>
            <a:gdLst/>
            <a:ahLst/>
            <a:cxnLst/>
            <a:rect l="l" t="t" r="r" b="b"/>
            <a:pathLst>
              <a:path w="4419600" h="1257300">
                <a:moveTo>
                  <a:pt x="0" y="0"/>
                </a:moveTo>
                <a:lnTo>
                  <a:pt x="4419600" y="0"/>
                </a:lnTo>
                <a:lnTo>
                  <a:pt x="44196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4" name="Shape 21"/>
          <p:cNvSpPr/>
          <p:nvPr/>
        </p:nvSpPr>
        <p:spPr>
          <a:xfrm>
            <a:off x="7395210" y="45720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0" y="1257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5" name="Shape 22"/>
          <p:cNvSpPr/>
          <p:nvPr/>
        </p:nvSpPr>
        <p:spPr>
          <a:xfrm>
            <a:off x="7619048" y="47815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6" name="Text 23"/>
          <p:cNvSpPr/>
          <p:nvPr/>
        </p:nvSpPr>
        <p:spPr>
          <a:xfrm>
            <a:off x="8004810" y="4762500"/>
            <a:ext cx="1609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Traffic Analytics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04760" y="5143500"/>
            <a:ext cx="4095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&amp; insights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04760" y="5448300"/>
            <a:ext cx="4086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Volume, speed, occupancy statistics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379970" y="5985510"/>
            <a:ext cx="4427220" cy="769620"/>
          </a:xfrm>
          <a:custGeom>
            <a:avLst/>
            <a:gdLst/>
            <a:ahLst/>
            <a:cxnLst/>
            <a:rect l="l" t="t" r="r" b="b"/>
            <a:pathLst>
              <a:path w="4427220" h="769620">
                <a:moveTo>
                  <a:pt x="0" y="0"/>
                </a:moveTo>
                <a:lnTo>
                  <a:pt x="4427220" y="0"/>
                </a:lnTo>
                <a:lnTo>
                  <a:pt x="4427220" y="769620"/>
                </a:lnTo>
                <a:lnTo>
                  <a:pt x="0" y="76962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DFF00">
                  <a:alpha val="20000"/>
                </a:srgbClr>
              </a:gs>
              <a:gs pos="100000">
                <a:srgbClr val="00CCFF">
                  <a:alpha val="20000"/>
                </a:srgbClr>
              </a:gs>
            </a:gsLst>
            <a:lin ang="0" scaled="1"/>
          </a:gradFill>
          <a:ln w="10160">
            <a:solidFill>
              <a:srgbClr val="DDFF0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55230" y="61722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1" name="Text 28"/>
          <p:cNvSpPr/>
          <p:nvPr/>
        </p:nvSpPr>
        <p:spPr>
          <a:xfrm>
            <a:off x="7783830" y="6141723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536180" y="6408423"/>
            <a:ext cx="4181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 + D3.js + Mapbox + WebSocket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620721" y="6172200"/>
            <a:ext cx="1228725" cy="381000"/>
          </a:xfrm>
          <a:custGeom>
            <a:avLst/>
            <a:gdLst/>
            <a:ahLst/>
            <a:cxnLst/>
            <a:rect l="l" t="t" r="r" b="b"/>
            <a:pathLst>
              <a:path w="1228725" h="381000">
                <a:moveTo>
                  <a:pt x="0" y="0"/>
                </a:moveTo>
                <a:lnTo>
                  <a:pt x="1228725" y="0"/>
                </a:lnTo>
                <a:lnTo>
                  <a:pt x="12287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4" name="Text 31"/>
          <p:cNvSpPr/>
          <p:nvPr/>
        </p:nvSpPr>
        <p:spPr>
          <a:xfrm>
            <a:off x="10790938" y="6248400"/>
            <a:ext cx="104435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670018" cy="894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Route Optimization: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3523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Smarter Navigation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72844" y="1379523"/>
            <a:ext cx="1193101" cy="37284"/>
          </a:xfrm>
          <a:custGeom>
            <a:avLst/>
            <a:gdLst/>
            <a:ahLst/>
            <a:cxnLst/>
            <a:rect l="l" t="t" r="r" b="b"/>
            <a:pathLst>
              <a:path w="1193101" h="37284">
                <a:moveTo>
                  <a:pt x="0" y="0"/>
                </a:moveTo>
                <a:lnTo>
                  <a:pt x="1193101" y="0"/>
                </a:lnTo>
                <a:lnTo>
                  <a:pt x="1193101" y="37284"/>
                </a:lnTo>
                <a:lnTo>
                  <a:pt x="0" y="37284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" name="Shape 2"/>
          <p:cNvSpPr/>
          <p:nvPr/>
        </p:nvSpPr>
        <p:spPr>
          <a:xfrm>
            <a:off x="380301" y="2108318"/>
            <a:ext cx="5560969" cy="2923097"/>
          </a:xfrm>
          <a:custGeom>
            <a:avLst/>
            <a:gdLst/>
            <a:ahLst/>
            <a:cxnLst/>
            <a:rect l="l" t="t" r="r" b="b"/>
            <a:pathLst>
              <a:path w="5560969" h="2923097">
                <a:moveTo>
                  <a:pt x="0" y="0"/>
                </a:moveTo>
                <a:lnTo>
                  <a:pt x="5560969" y="0"/>
                </a:lnTo>
                <a:lnTo>
                  <a:pt x="5560969" y="2923097"/>
                </a:lnTo>
                <a:lnTo>
                  <a:pt x="0" y="2923097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 w="20320">
            <a:solidFill>
              <a:srgbClr val="DDF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8682" y="2339483"/>
            <a:ext cx="745688" cy="745688"/>
          </a:xfrm>
          <a:custGeom>
            <a:avLst/>
            <a:gdLst/>
            <a:ahLst/>
            <a:cxnLst/>
            <a:rect l="l" t="t" r="r" b="b"/>
            <a:pathLst>
              <a:path w="745688" h="745688">
                <a:moveTo>
                  <a:pt x="372844" y="0"/>
                </a:moveTo>
                <a:lnTo>
                  <a:pt x="372844" y="0"/>
                </a:lnTo>
                <a:cubicBezTo>
                  <a:pt x="578760" y="0"/>
                  <a:pt x="745688" y="166928"/>
                  <a:pt x="745688" y="372844"/>
                </a:cubicBezTo>
                <a:lnTo>
                  <a:pt x="745688" y="372844"/>
                </a:lnTo>
                <a:cubicBezTo>
                  <a:pt x="745688" y="578760"/>
                  <a:pt x="578760" y="745688"/>
                  <a:pt x="372844" y="745688"/>
                </a:cubicBezTo>
                <a:lnTo>
                  <a:pt x="372844" y="745688"/>
                </a:lnTo>
                <a:cubicBezTo>
                  <a:pt x="166928" y="745688"/>
                  <a:pt x="0" y="578760"/>
                  <a:pt x="0" y="372844"/>
                </a:cubicBezTo>
                <a:lnTo>
                  <a:pt x="0" y="372844"/>
                </a:lnTo>
                <a:cubicBezTo>
                  <a:pt x="0" y="166928"/>
                  <a:pt x="166928" y="0"/>
                  <a:pt x="372844" y="0"/>
                </a:cubicBezTo>
                <a:close/>
              </a:path>
            </a:pathLst>
          </a:custGeom>
          <a:solidFill>
            <a:srgbClr val="FF3366"/>
          </a:solidFill>
          <a:ln/>
        </p:spPr>
      </p:sp>
      <p:sp>
        <p:nvSpPr>
          <p:cNvPr id="6" name="Shape 4"/>
          <p:cNvSpPr/>
          <p:nvPr/>
        </p:nvSpPr>
        <p:spPr>
          <a:xfrm>
            <a:off x="1058994" y="2572510"/>
            <a:ext cx="209725" cy="279633"/>
          </a:xfrm>
          <a:custGeom>
            <a:avLst/>
            <a:gdLst/>
            <a:ahLst/>
            <a:cxnLst/>
            <a:rect l="l" t="t" r="r" b="b"/>
            <a:pathLst>
              <a:path w="209725" h="279633">
                <a:moveTo>
                  <a:pt x="30093" y="40088"/>
                </a:moveTo>
                <a:cubicBezTo>
                  <a:pt x="23266" y="33261"/>
                  <a:pt x="12179" y="33261"/>
                  <a:pt x="5352" y="40088"/>
                </a:cubicBezTo>
                <a:cubicBezTo>
                  <a:pt x="-1475" y="46915"/>
                  <a:pt x="-1475" y="58002"/>
                  <a:pt x="5352" y="64829"/>
                </a:cubicBezTo>
                <a:lnTo>
                  <a:pt x="80394" y="139817"/>
                </a:lnTo>
                <a:lnTo>
                  <a:pt x="5407" y="214859"/>
                </a:lnTo>
                <a:cubicBezTo>
                  <a:pt x="-1420" y="221686"/>
                  <a:pt x="-1420" y="232773"/>
                  <a:pt x="5407" y="239600"/>
                </a:cubicBezTo>
                <a:cubicBezTo>
                  <a:pt x="12234" y="246427"/>
                  <a:pt x="23321" y="246427"/>
                  <a:pt x="30148" y="239600"/>
                </a:cubicBezTo>
                <a:lnTo>
                  <a:pt x="105135" y="164557"/>
                </a:lnTo>
                <a:lnTo>
                  <a:pt x="180178" y="239545"/>
                </a:lnTo>
                <a:cubicBezTo>
                  <a:pt x="187005" y="246372"/>
                  <a:pt x="198092" y="246372"/>
                  <a:pt x="204919" y="239545"/>
                </a:cubicBezTo>
                <a:cubicBezTo>
                  <a:pt x="211746" y="232718"/>
                  <a:pt x="211746" y="221631"/>
                  <a:pt x="204919" y="214804"/>
                </a:cubicBezTo>
                <a:lnTo>
                  <a:pt x="129876" y="139817"/>
                </a:lnTo>
                <a:lnTo>
                  <a:pt x="204864" y="64774"/>
                </a:lnTo>
                <a:cubicBezTo>
                  <a:pt x="211691" y="57947"/>
                  <a:pt x="211691" y="46860"/>
                  <a:pt x="204864" y="40033"/>
                </a:cubicBezTo>
                <a:cubicBezTo>
                  <a:pt x="198037" y="33206"/>
                  <a:pt x="186950" y="33206"/>
                  <a:pt x="180123" y="40033"/>
                </a:cubicBezTo>
                <a:lnTo>
                  <a:pt x="105135" y="115076"/>
                </a:lnTo>
                <a:lnTo>
                  <a:pt x="30093" y="4008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64859" y="3197024"/>
            <a:ext cx="1193101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8" b="1" dirty="0">
                <a:solidFill>
                  <a:srgbClr val="FF336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CONGESTED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4180" y="3458015"/>
            <a:ext cx="1174459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 Route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037747" y="2842822"/>
            <a:ext cx="335560" cy="335560"/>
          </a:xfrm>
          <a:custGeom>
            <a:avLst/>
            <a:gdLst/>
            <a:ahLst/>
            <a:cxnLst/>
            <a:rect l="l" t="t" r="r" b="b"/>
            <a:pathLst>
              <a:path w="335560" h="335560">
                <a:moveTo>
                  <a:pt x="329399" y="182592"/>
                </a:moveTo>
                <a:cubicBezTo>
                  <a:pt x="337591" y="174399"/>
                  <a:pt x="337591" y="161095"/>
                  <a:pt x="329399" y="152902"/>
                </a:cubicBezTo>
                <a:lnTo>
                  <a:pt x="224537" y="48040"/>
                </a:lnTo>
                <a:cubicBezTo>
                  <a:pt x="216344" y="39848"/>
                  <a:pt x="203040" y="39848"/>
                  <a:pt x="194847" y="48040"/>
                </a:cubicBezTo>
                <a:cubicBezTo>
                  <a:pt x="186655" y="56232"/>
                  <a:pt x="186655" y="69537"/>
                  <a:pt x="194847" y="77729"/>
                </a:cubicBezTo>
                <a:lnTo>
                  <a:pt x="263926" y="146807"/>
                </a:lnTo>
                <a:lnTo>
                  <a:pt x="20972" y="146807"/>
                </a:lnTo>
                <a:cubicBezTo>
                  <a:pt x="9372" y="146807"/>
                  <a:pt x="0" y="156179"/>
                  <a:pt x="0" y="167780"/>
                </a:cubicBezTo>
                <a:cubicBezTo>
                  <a:pt x="0" y="179380"/>
                  <a:pt x="9372" y="188752"/>
                  <a:pt x="20972" y="188752"/>
                </a:cubicBezTo>
                <a:lnTo>
                  <a:pt x="263926" y="188752"/>
                </a:lnTo>
                <a:lnTo>
                  <a:pt x="194847" y="257830"/>
                </a:lnTo>
                <a:cubicBezTo>
                  <a:pt x="186655" y="266023"/>
                  <a:pt x="186655" y="279327"/>
                  <a:pt x="194847" y="287520"/>
                </a:cubicBezTo>
                <a:cubicBezTo>
                  <a:pt x="203040" y="295712"/>
                  <a:pt x="216344" y="295712"/>
                  <a:pt x="224537" y="287520"/>
                </a:cubicBezTo>
                <a:lnTo>
                  <a:pt x="329399" y="182657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0" name="Shape 8"/>
          <p:cNvSpPr/>
          <p:nvPr/>
        </p:nvSpPr>
        <p:spPr>
          <a:xfrm>
            <a:off x="4831942" y="2339483"/>
            <a:ext cx="745688" cy="745688"/>
          </a:xfrm>
          <a:custGeom>
            <a:avLst/>
            <a:gdLst/>
            <a:ahLst/>
            <a:cxnLst/>
            <a:rect l="l" t="t" r="r" b="b"/>
            <a:pathLst>
              <a:path w="745688" h="745688">
                <a:moveTo>
                  <a:pt x="372844" y="0"/>
                </a:moveTo>
                <a:lnTo>
                  <a:pt x="372844" y="0"/>
                </a:lnTo>
                <a:cubicBezTo>
                  <a:pt x="578760" y="0"/>
                  <a:pt x="745688" y="166928"/>
                  <a:pt x="745688" y="372844"/>
                </a:cubicBezTo>
                <a:lnTo>
                  <a:pt x="745688" y="372844"/>
                </a:lnTo>
                <a:cubicBezTo>
                  <a:pt x="745688" y="578760"/>
                  <a:pt x="578760" y="745688"/>
                  <a:pt x="372844" y="745688"/>
                </a:cubicBezTo>
                <a:lnTo>
                  <a:pt x="372844" y="745688"/>
                </a:lnTo>
                <a:cubicBezTo>
                  <a:pt x="166928" y="745688"/>
                  <a:pt x="0" y="578760"/>
                  <a:pt x="0" y="372844"/>
                </a:cubicBezTo>
                <a:lnTo>
                  <a:pt x="0" y="372844"/>
                </a:lnTo>
                <a:cubicBezTo>
                  <a:pt x="0" y="166928"/>
                  <a:pt x="166928" y="0"/>
                  <a:pt x="372844" y="0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1" name="Shape 9"/>
          <p:cNvSpPr/>
          <p:nvPr/>
        </p:nvSpPr>
        <p:spPr>
          <a:xfrm>
            <a:off x="5084777" y="2572510"/>
            <a:ext cx="244679" cy="279633"/>
          </a:xfrm>
          <a:custGeom>
            <a:avLst/>
            <a:gdLst/>
            <a:ahLst/>
            <a:cxnLst/>
            <a:rect l="l" t="t" r="r" b="b"/>
            <a:pathLst>
              <a:path w="244679" h="279633">
                <a:moveTo>
                  <a:pt x="237470" y="38286"/>
                </a:moveTo>
                <a:cubicBezTo>
                  <a:pt x="245280" y="43966"/>
                  <a:pt x="247027" y="54889"/>
                  <a:pt x="241347" y="62699"/>
                </a:cubicBezTo>
                <a:lnTo>
                  <a:pt x="101531" y="254947"/>
                </a:lnTo>
                <a:cubicBezTo>
                  <a:pt x="98527" y="259097"/>
                  <a:pt x="93885" y="261664"/>
                  <a:pt x="88751" y="262101"/>
                </a:cubicBezTo>
                <a:cubicBezTo>
                  <a:pt x="83617" y="262538"/>
                  <a:pt x="78647" y="260627"/>
                  <a:pt x="75042" y="257022"/>
                </a:cubicBezTo>
                <a:lnTo>
                  <a:pt x="5134" y="187114"/>
                </a:lnTo>
                <a:cubicBezTo>
                  <a:pt x="-1693" y="180287"/>
                  <a:pt x="-1693" y="169200"/>
                  <a:pt x="5134" y="162373"/>
                </a:cubicBezTo>
                <a:cubicBezTo>
                  <a:pt x="11961" y="155546"/>
                  <a:pt x="23048" y="155546"/>
                  <a:pt x="29875" y="162373"/>
                </a:cubicBezTo>
                <a:lnTo>
                  <a:pt x="85310" y="217808"/>
                </a:lnTo>
                <a:lnTo>
                  <a:pt x="213111" y="42109"/>
                </a:lnTo>
                <a:cubicBezTo>
                  <a:pt x="218791" y="34299"/>
                  <a:pt x="229714" y="32551"/>
                  <a:pt x="237524" y="38231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52744" y="3197024"/>
            <a:ext cx="109989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68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OPTIMIZED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2065" y="3458015"/>
            <a:ext cx="1081248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Route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1464" y="3905428"/>
            <a:ext cx="2479413" cy="894826"/>
          </a:xfrm>
          <a:custGeom>
            <a:avLst/>
            <a:gdLst/>
            <a:ahLst/>
            <a:cxnLst/>
            <a:rect l="l" t="t" r="r" b="b"/>
            <a:pathLst>
              <a:path w="2479413" h="894826">
                <a:moveTo>
                  <a:pt x="0" y="0"/>
                </a:moveTo>
                <a:lnTo>
                  <a:pt x="2479413" y="0"/>
                </a:lnTo>
                <a:lnTo>
                  <a:pt x="2479413" y="894826"/>
                </a:lnTo>
                <a:lnTo>
                  <a:pt x="0" y="894826"/>
                </a:lnTo>
                <a:lnTo>
                  <a:pt x="0" y="0"/>
                </a:lnTo>
                <a:close/>
              </a:path>
            </a:pathLst>
          </a:custGeom>
          <a:solidFill>
            <a:srgbClr val="FF3366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76712" y="4054565"/>
            <a:ext cx="2348917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42" b="1" dirty="0">
                <a:solidFill>
                  <a:srgbClr val="FF3366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45 min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3317" y="4427409"/>
            <a:ext cx="225570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Original Time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35354" y="3905428"/>
            <a:ext cx="2479413" cy="894826"/>
          </a:xfrm>
          <a:custGeom>
            <a:avLst/>
            <a:gdLst/>
            <a:ahLst/>
            <a:cxnLst/>
            <a:rect l="l" t="t" r="r" b="b"/>
            <a:pathLst>
              <a:path w="2479413" h="894826">
                <a:moveTo>
                  <a:pt x="0" y="0"/>
                </a:moveTo>
                <a:lnTo>
                  <a:pt x="2479413" y="0"/>
                </a:lnTo>
                <a:lnTo>
                  <a:pt x="2479413" y="894826"/>
                </a:lnTo>
                <a:lnTo>
                  <a:pt x="0" y="894826"/>
                </a:lnTo>
                <a:lnTo>
                  <a:pt x="0" y="0"/>
                </a:lnTo>
                <a:close/>
              </a:path>
            </a:pathLst>
          </a:custGeom>
          <a:solidFill>
            <a:srgbClr val="01FF88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300602" y="4054565"/>
            <a:ext cx="2348917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42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28 min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347207" y="4427409"/>
            <a:ext cx="2255706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Optimized Time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6572" y="5266305"/>
            <a:ext cx="5572154" cy="1125989"/>
          </a:xfrm>
          <a:custGeom>
            <a:avLst/>
            <a:gdLst/>
            <a:ahLst/>
            <a:cxnLst/>
            <a:rect l="l" t="t" r="r" b="b"/>
            <a:pathLst>
              <a:path w="5572154" h="1125989">
                <a:moveTo>
                  <a:pt x="0" y="0"/>
                </a:moveTo>
                <a:lnTo>
                  <a:pt x="5572154" y="0"/>
                </a:lnTo>
                <a:lnTo>
                  <a:pt x="5572154" y="1125989"/>
                </a:lnTo>
                <a:lnTo>
                  <a:pt x="0" y="112598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1FF88">
                  <a:alpha val="20000"/>
                </a:srgbClr>
              </a:gs>
              <a:gs pos="100000">
                <a:srgbClr val="DDFF00">
                  <a:alpha val="20000"/>
                </a:srgbClr>
              </a:gs>
            </a:gsLst>
            <a:lin ang="0" scaled="1"/>
          </a:gradFill>
          <a:ln w="10160">
            <a:solidFill>
              <a:srgbClr val="00FF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1971" y="5531027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63049" y="0"/>
                </a:moveTo>
                <a:lnTo>
                  <a:pt x="160920" y="0"/>
                </a:lnTo>
                <a:cubicBezTo>
                  <a:pt x="172499" y="0"/>
                  <a:pt x="181936" y="9525"/>
                  <a:pt x="181499" y="21060"/>
                </a:cubicBezTo>
                <a:cubicBezTo>
                  <a:pt x="181412" y="23376"/>
                  <a:pt x="181325" y="25691"/>
                  <a:pt x="181193" y="27963"/>
                </a:cubicBezTo>
                <a:lnTo>
                  <a:pt x="202865" y="27963"/>
                </a:lnTo>
                <a:cubicBezTo>
                  <a:pt x="214269" y="27963"/>
                  <a:pt x="224318" y="37401"/>
                  <a:pt x="223444" y="49722"/>
                </a:cubicBezTo>
                <a:cubicBezTo>
                  <a:pt x="220167" y="95032"/>
                  <a:pt x="197010" y="119936"/>
                  <a:pt x="171887" y="132957"/>
                </a:cubicBezTo>
                <a:cubicBezTo>
                  <a:pt x="164983" y="136540"/>
                  <a:pt x="157949" y="139205"/>
                  <a:pt x="151264" y="141171"/>
                </a:cubicBezTo>
                <a:cubicBezTo>
                  <a:pt x="142438" y="153667"/>
                  <a:pt x="133263" y="160265"/>
                  <a:pt x="125966" y="163804"/>
                </a:cubicBezTo>
                <a:lnTo>
                  <a:pt x="125966" y="195743"/>
                </a:lnTo>
                <a:lnTo>
                  <a:pt x="153929" y="195743"/>
                </a:lnTo>
                <a:cubicBezTo>
                  <a:pt x="161663" y="195743"/>
                  <a:pt x="167911" y="201991"/>
                  <a:pt x="167911" y="209725"/>
                </a:cubicBezTo>
                <a:cubicBezTo>
                  <a:pt x="167911" y="217458"/>
                  <a:pt x="161663" y="223706"/>
                  <a:pt x="153929" y="223706"/>
                </a:cubicBezTo>
                <a:lnTo>
                  <a:pt x="70039" y="223706"/>
                </a:lnTo>
                <a:cubicBezTo>
                  <a:pt x="62306" y="223706"/>
                  <a:pt x="56058" y="217458"/>
                  <a:pt x="56058" y="209725"/>
                </a:cubicBezTo>
                <a:cubicBezTo>
                  <a:pt x="56058" y="201991"/>
                  <a:pt x="62306" y="195743"/>
                  <a:pt x="70039" y="195743"/>
                </a:cubicBezTo>
                <a:lnTo>
                  <a:pt x="98003" y="195743"/>
                </a:lnTo>
                <a:lnTo>
                  <a:pt x="98003" y="163804"/>
                </a:lnTo>
                <a:cubicBezTo>
                  <a:pt x="91012" y="160439"/>
                  <a:pt x="82317" y="154191"/>
                  <a:pt x="73841" y="142700"/>
                </a:cubicBezTo>
                <a:cubicBezTo>
                  <a:pt x="65801" y="140603"/>
                  <a:pt x="57063" y="137413"/>
                  <a:pt x="48543" y="132607"/>
                </a:cubicBezTo>
                <a:cubicBezTo>
                  <a:pt x="24905" y="119368"/>
                  <a:pt x="3583" y="94420"/>
                  <a:pt x="524" y="49635"/>
                </a:cubicBezTo>
                <a:cubicBezTo>
                  <a:pt x="-306" y="37357"/>
                  <a:pt x="9700" y="27920"/>
                  <a:pt x="21104" y="27920"/>
                </a:cubicBezTo>
                <a:lnTo>
                  <a:pt x="42775" y="27920"/>
                </a:lnTo>
                <a:cubicBezTo>
                  <a:pt x="42644" y="25648"/>
                  <a:pt x="42557" y="23376"/>
                  <a:pt x="42469" y="21016"/>
                </a:cubicBezTo>
                <a:cubicBezTo>
                  <a:pt x="42032" y="9438"/>
                  <a:pt x="51470" y="-44"/>
                  <a:pt x="63049" y="-44"/>
                </a:cubicBezTo>
                <a:close/>
                <a:moveTo>
                  <a:pt x="44348" y="48936"/>
                </a:moveTo>
                <a:lnTo>
                  <a:pt x="21453" y="48936"/>
                </a:lnTo>
                <a:cubicBezTo>
                  <a:pt x="24162" y="85943"/>
                  <a:pt x="41158" y="104469"/>
                  <a:pt x="58679" y="114300"/>
                </a:cubicBezTo>
                <a:cubicBezTo>
                  <a:pt x="52388" y="98003"/>
                  <a:pt x="47188" y="76724"/>
                  <a:pt x="44348" y="48936"/>
                </a:cubicBezTo>
                <a:close/>
                <a:moveTo>
                  <a:pt x="166032" y="112203"/>
                </a:moveTo>
                <a:cubicBezTo>
                  <a:pt x="183728" y="101804"/>
                  <a:pt x="199719" y="83322"/>
                  <a:pt x="202428" y="48936"/>
                </a:cubicBezTo>
                <a:lnTo>
                  <a:pt x="179577" y="48936"/>
                </a:lnTo>
                <a:cubicBezTo>
                  <a:pt x="176868" y="75545"/>
                  <a:pt x="171974" y="96211"/>
                  <a:pt x="166032" y="112203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22" name="Text 20"/>
          <p:cNvSpPr/>
          <p:nvPr/>
        </p:nvSpPr>
        <p:spPr>
          <a:xfrm>
            <a:off x="965734" y="5493742"/>
            <a:ext cx="4867410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Time Saved: 38%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4007" y="5903752"/>
            <a:ext cx="5201174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improvement across test scenarios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65761" y="1640514"/>
            <a:ext cx="5555376" cy="2274349"/>
          </a:xfrm>
          <a:custGeom>
            <a:avLst/>
            <a:gdLst/>
            <a:ahLst/>
            <a:cxnLst/>
            <a:rect l="l" t="t" r="r" b="b"/>
            <a:pathLst>
              <a:path w="5555376" h="2274349">
                <a:moveTo>
                  <a:pt x="0" y="0"/>
                </a:moveTo>
                <a:lnTo>
                  <a:pt x="5555376" y="0"/>
                </a:lnTo>
                <a:lnTo>
                  <a:pt x="5555376" y="2274349"/>
                </a:lnTo>
                <a:lnTo>
                  <a:pt x="0" y="2274349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65761" y="1640514"/>
            <a:ext cx="37284" cy="2274349"/>
          </a:xfrm>
          <a:custGeom>
            <a:avLst/>
            <a:gdLst/>
            <a:ahLst/>
            <a:cxnLst/>
            <a:rect l="l" t="t" r="r" b="b"/>
            <a:pathLst>
              <a:path w="37284" h="2274349">
                <a:moveTo>
                  <a:pt x="0" y="0"/>
                </a:moveTo>
                <a:lnTo>
                  <a:pt x="37284" y="0"/>
                </a:lnTo>
                <a:lnTo>
                  <a:pt x="37284" y="2274349"/>
                </a:lnTo>
                <a:lnTo>
                  <a:pt x="0" y="2274349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498788" y="1864220"/>
            <a:ext cx="223706" cy="223706"/>
          </a:xfrm>
          <a:custGeom>
            <a:avLst/>
            <a:gdLst/>
            <a:ahLst/>
            <a:cxnLst/>
            <a:rect l="l" t="t" r="r" b="b"/>
            <a:pathLst>
              <a:path w="223706" h="223706">
                <a:moveTo>
                  <a:pt x="52431" y="24468"/>
                </a:moveTo>
                <a:cubicBezTo>
                  <a:pt x="52431" y="10967"/>
                  <a:pt x="63398" y="0"/>
                  <a:pt x="76899" y="0"/>
                </a:cubicBezTo>
                <a:lnTo>
                  <a:pt x="87385" y="0"/>
                </a:lnTo>
                <a:cubicBezTo>
                  <a:pt x="95119" y="0"/>
                  <a:pt x="101367" y="6248"/>
                  <a:pt x="101367" y="13982"/>
                </a:cubicBezTo>
                <a:lnTo>
                  <a:pt x="101367" y="209725"/>
                </a:lnTo>
                <a:cubicBezTo>
                  <a:pt x="101367" y="217458"/>
                  <a:pt x="95119" y="223706"/>
                  <a:pt x="87385" y="223706"/>
                </a:cubicBezTo>
                <a:lnTo>
                  <a:pt x="73404" y="223706"/>
                </a:lnTo>
                <a:cubicBezTo>
                  <a:pt x="60383" y="223706"/>
                  <a:pt x="49416" y="214793"/>
                  <a:pt x="46314" y="202734"/>
                </a:cubicBezTo>
                <a:cubicBezTo>
                  <a:pt x="46008" y="202734"/>
                  <a:pt x="45746" y="202734"/>
                  <a:pt x="45440" y="202734"/>
                </a:cubicBezTo>
                <a:cubicBezTo>
                  <a:pt x="26128" y="202734"/>
                  <a:pt x="10486" y="187092"/>
                  <a:pt x="10486" y="167780"/>
                </a:cubicBezTo>
                <a:cubicBezTo>
                  <a:pt x="10486" y="159915"/>
                  <a:pt x="13108" y="152662"/>
                  <a:pt x="17477" y="146807"/>
                </a:cubicBezTo>
                <a:cubicBezTo>
                  <a:pt x="9001" y="140428"/>
                  <a:pt x="3495" y="130292"/>
                  <a:pt x="3495" y="118844"/>
                </a:cubicBezTo>
                <a:cubicBezTo>
                  <a:pt x="3495" y="105343"/>
                  <a:pt x="11185" y="93590"/>
                  <a:pt x="22371" y="87779"/>
                </a:cubicBezTo>
                <a:cubicBezTo>
                  <a:pt x="19268" y="82535"/>
                  <a:pt x="17477" y="76418"/>
                  <a:pt x="17477" y="69908"/>
                </a:cubicBezTo>
                <a:cubicBezTo>
                  <a:pt x="17477" y="50596"/>
                  <a:pt x="33119" y="34954"/>
                  <a:pt x="52431" y="34954"/>
                </a:cubicBezTo>
                <a:lnTo>
                  <a:pt x="52431" y="24468"/>
                </a:lnTo>
                <a:close/>
                <a:moveTo>
                  <a:pt x="171275" y="24468"/>
                </a:moveTo>
                <a:lnTo>
                  <a:pt x="171275" y="34954"/>
                </a:lnTo>
                <a:cubicBezTo>
                  <a:pt x="190587" y="34954"/>
                  <a:pt x="206229" y="50596"/>
                  <a:pt x="206229" y="69908"/>
                </a:cubicBezTo>
                <a:cubicBezTo>
                  <a:pt x="206229" y="76462"/>
                  <a:pt x="204438" y="82579"/>
                  <a:pt x="201336" y="87779"/>
                </a:cubicBezTo>
                <a:cubicBezTo>
                  <a:pt x="212565" y="93590"/>
                  <a:pt x="220211" y="105299"/>
                  <a:pt x="220211" y="118844"/>
                </a:cubicBezTo>
                <a:cubicBezTo>
                  <a:pt x="220211" y="130292"/>
                  <a:pt x="214706" y="140428"/>
                  <a:pt x="206229" y="146807"/>
                </a:cubicBezTo>
                <a:cubicBezTo>
                  <a:pt x="210599" y="152662"/>
                  <a:pt x="213220" y="159915"/>
                  <a:pt x="213220" y="167780"/>
                </a:cubicBezTo>
                <a:cubicBezTo>
                  <a:pt x="213220" y="187092"/>
                  <a:pt x="197578" y="202734"/>
                  <a:pt x="178266" y="202734"/>
                </a:cubicBezTo>
                <a:cubicBezTo>
                  <a:pt x="177960" y="202734"/>
                  <a:pt x="177698" y="202734"/>
                  <a:pt x="177392" y="202734"/>
                </a:cubicBezTo>
                <a:cubicBezTo>
                  <a:pt x="174290" y="214793"/>
                  <a:pt x="163323" y="223706"/>
                  <a:pt x="150303" y="223706"/>
                </a:cubicBezTo>
                <a:lnTo>
                  <a:pt x="136321" y="223706"/>
                </a:lnTo>
                <a:cubicBezTo>
                  <a:pt x="128588" y="223706"/>
                  <a:pt x="122339" y="217458"/>
                  <a:pt x="122339" y="209725"/>
                </a:cubicBezTo>
                <a:lnTo>
                  <a:pt x="122339" y="13982"/>
                </a:lnTo>
                <a:cubicBezTo>
                  <a:pt x="122339" y="6248"/>
                  <a:pt x="128588" y="0"/>
                  <a:pt x="136321" y="0"/>
                </a:cubicBezTo>
                <a:lnTo>
                  <a:pt x="146807" y="0"/>
                </a:lnTo>
                <a:cubicBezTo>
                  <a:pt x="160308" y="0"/>
                  <a:pt x="171275" y="10967"/>
                  <a:pt x="171275" y="24468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7" name="Text 25"/>
          <p:cNvSpPr/>
          <p:nvPr/>
        </p:nvSpPr>
        <p:spPr>
          <a:xfrm>
            <a:off x="6832552" y="1826936"/>
            <a:ext cx="4914016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70825" y="2274235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0" y="0"/>
                </a:moveTo>
                <a:lnTo>
                  <a:pt x="298275" y="0"/>
                </a:lnTo>
                <a:lnTo>
                  <a:pt x="298275" y="298275"/>
                </a:lnTo>
                <a:lnTo>
                  <a:pt x="0" y="298275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9" name="Text 27"/>
          <p:cNvSpPr/>
          <p:nvPr/>
        </p:nvSpPr>
        <p:spPr>
          <a:xfrm>
            <a:off x="6433541" y="2274235"/>
            <a:ext cx="372844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80953" y="2274235"/>
            <a:ext cx="2414165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Congestion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80953" y="2497941"/>
            <a:ext cx="240484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model identifies hotspots in real-time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70825" y="2796216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0" y="0"/>
                </a:moveTo>
                <a:lnTo>
                  <a:pt x="298275" y="0"/>
                </a:lnTo>
                <a:lnTo>
                  <a:pt x="298275" y="298275"/>
                </a:lnTo>
                <a:lnTo>
                  <a:pt x="0" y="298275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33541" y="2796216"/>
            <a:ext cx="372844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80953" y="2796216"/>
            <a:ext cx="238620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Calculate Alternatives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80953" y="3019923"/>
            <a:ext cx="237688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Dijkstra/A* algorithms find optimal paths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70825" y="3318198"/>
            <a:ext cx="298275" cy="298275"/>
          </a:xfrm>
          <a:custGeom>
            <a:avLst/>
            <a:gdLst/>
            <a:ahLst/>
            <a:cxnLst/>
            <a:rect l="l" t="t" r="r" b="b"/>
            <a:pathLst>
              <a:path w="298275" h="298275">
                <a:moveTo>
                  <a:pt x="0" y="0"/>
                </a:moveTo>
                <a:lnTo>
                  <a:pt x="298275" y="0"/>
                </a:lnTo>
                <a:lnTo>
                  <a:pt x="298275" y="298275"/>
                </a:lnTo>
                <a:lnTo>
                  <a:pt x="0" y="298275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37" name="Text 35"/>
          <p:cNvSpPr/>
          <p:nvPr/>
        </p:nvSpPr>
        <p:spPr>
          <a:xfrm>
            <a:off x="6433541" y="3318198"/>
            <a:ext cx="372844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880953" y="3318198"/>
            <a:ext cx="1882862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Suggest Routes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80953" y="3541905"/>
            <a:ext cx="187354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 fastest options to users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65761" y="4063886"/>
            <a:ext cx="5555376" cy="1882862"/>
          </a:xfrm>
          <a:custGeom>
            <a:avLst/>
            <a:gdLst/>
            <a:ahLst/>
            <a:cxnLst/>
            <a:rect l="l" t="t" r="r" b="b"/>
            <a:pathLst>
              <a:path w="5555376" h="1882862">
                <a:moveTo>
                  <a:pt x="0" y="0"/>
                </a:moveTo>
                <a:lnTo>
                  <a:pt x="5555376" y="0"/>
                </a:lnTo>
                <a:lnTo>
                  <a:pt x="5555376" y="1882862"/>
                </a:lnTo>
                <a:lnTo>
                  <a:pt x="0" y="1882862"/>
                </a:lnTo>
                <a:lnTo>
                  <a:pt x="0" y="0"/>
                </a:lnTo>
                <a:close/>
              </a:path>
            </a:pathLst>
          </a:custGeom>
          <a:solidFill>
            <a:srgbClr val="1A1A1A"/>
          </a:solidFill>
          <a:ln/>
        </p:spPr>
      </p:sp>
      <p:sp>
        <p:nvSpPr>
          <p:cNvPr id="41" name="Shape 39"/>
          <p:cNvSpPr/>
          <p:nvPr/>
        </p:nvSpPr>
        <p:spPr>
          <a:xfrm>
            <a:off x="6265761" y="4063886"/>
            <a:ext cx="37284" cy="1882862"/>
          </a:xfrm>
          <a:custGeom>
            <a:avLst/>
            <a:gdLst/>
            <a:ahLst/>
            <a:cxnLst/>
            <a:rect l="l" t="t" r="r" b="b"/>
            <a:pathLst>
              <a:path w="37284" h="1882862">
                <a:moveTo>
                  <a:pt x="0" y="0"/>
                </a:moveTo>
                <a:lnTo>
                  <a:pt x="37284" y="0"/>
                </a:lnTo>
                <a:lnTo>
                  <a:pt x="37284" y="1882862"/>
                </a:lnTo>
                <a:lnTo>
                  <a:pt x="0" y="1882862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484807" y="4287593"/>
            <a:ext cx="251670" cy="223706"/>
          </a:xfrm>
          <a:custGeom>
            <a:avLst/>
            <a:gdLst/>
            <a:ahLst/>
            <a:cxnLst/>
            <a:rect l="l" t="t" r="r" b="b"/>
            <a:pathLst>
              <a:path w="251670" h="223706">
                <a:moveTo>
                  <a:pt x="157643" y="524"/>
                </a:moveTo>
                <a:cubicBezTo>
                  <a:pt x="150215" y="-1617"/>
                  <a:pt x="142482" y="2709"/>
                  <a:pt x="140341" y="10137"/>
                </a:cubicBezTo>
                <a:lnTo>
                  <a:pt x="84414" y="205880"/>
                </a:lnTo>
                <a:cubicBezTo>
                  <a:pt x="82273" y="213308"/>
                  <a:pt x="86599" y="221041"/>
                  <a:pt x="94027" y="223182"/>
                </a:cubicBezTo>
                <a:cubicBezTo>
                  <a:pt x="101454" y="225323"/>
                  <a:pt x="109188" y="220997"/>
                  <a:pt x="111329" y="213570"/>
                </a:cubicBezTo>
                <a:lnTo>
                  <a:pt x="167256" y="17827"/>
                </a:lnTo>
                <a:cubicBezTo>
                  <a:pt x="169396" y="10399"/>
                  <a:pt x="165071" y="2665"/>
                  <a:pt x="157643" y="524"/>
                </a:cubicBezTo>
                <a:close/>
                <a:moveTo>
                  <a:pt x="185869" y="59990"/>
                </a:moveTo>
                <a:cubicBezTo>
                  <a:pt x="180407" y="65452"/>
                  <a:pt x="180407" y="74321"/>
                  <a:pt x="185869" y="79783"/>
                </a:cubicBezTo>
                <a:lnTo>
                  <a:pt x="217939" y="111853"/>
                </a:lnTo>
                <a:lnTo>
                  <a:pt x="185869" y="143924"/>
                </a:lnTo>
                <a:cubicBezTo>
                  <a:pt x="180407" y="149385"/>
                  <a:pt x="180407" y="158255"/>
                  <a:pt x="185869" y="163716"/>
                </a:cubicBezTo>
                <a:cubicBezTo>
                  <a:pt x="191330" y="169178"/>
                  <a:pt x="200200" y="169178"/>
                  <a:pt x="205661" y="163716"/>
                </a:cubicBezTo>
                <a:lnTo>
                  <a:pt x="247606" y="121771"/>
                </a:lnTo>
                <a:cubicBezTo>
                  <a:pt x="253068" y="116310"/>
                  <a:pt x="253068" y="107440"/>
                  <a:pt x="247606" y="101979"/>
                </a:cubicBezTo>
                <a:lnTo>
                  <a:pt x="205661" y="60034"/>
                </a:lnTo>
                <a:cubicBezTo>
                  <a:pt x="200200" y="54572"/>
                  <a:pt x="191330" y="54572"/>
                  <a:pt x="185869" y="60034"/>
                </a:cubicBezTo>
                <a:close/>
                <a:moveTo>
                  <a:pt x="65845" y="59990"/>
                </a:moveTo>
                <a:cubicBezTo>
                  <a:pt x="60383" y="54528"/>
                  <a:pt x="51514" y="54528"/>
                  <a:pt x="46052" y="59990"/>
                </a:cubicBezTo>
                <a:lnTo>
                  <a:pt x="4107" y="101935"/>
                </a:lnTo>
                <a:cubicBezTo>
                  <a:pt x="-1354" y="107397"/>
                  <a:pt x="-1354" y="116266"/>
                  <a:pt x="4107" y="121728"/>
                </a:cubicBezTo>
                <a:lnTo>
                  <a:pt x="46052" y="163673"/>
                </a:lnTo>
                <a:cubicBezTo>
                  <a:pt x="51514" y="169134"/>
                  <a:pt x="60383" y="169134"/>
                  <a:pt x="65845" y="163673"/>
                </a:cubicBezTo>
                <a:cubicBezTo>
                  <a:pt x="71306" y="158211"/>
                  <a:pt x="71306" y="149342"/>
                  <a:pt x="65845" y="143880"/>
                </a:cubicBezTo>
                <a:lnTo>
                  <a:pt x="33774" y="111853"/>
                </a:lnTo>
                <a:lnTo>
                  <a:pt x="65801" y="79783"/>
                </a:lnTo>
                <a:cubicBezTo>
                  <a:pt x="71263" y="74321"/>
                  <a:pt x="71263" y="65452"/>
                  <a:pt x="65801" y="59990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43" name="Text 41"/>
          <p:cNvSpPr/>
          <p:nvPr/>
        </p:nvSpPr>
        <p:spPr>
          <a:xfrm>
            <a:off x="6832552" y="4250308"/>
            <a:ext cx="4914016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1" b="1" dirty="0">
                <a:solidFill>
                  <a:srgbClr val="00CC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Algorithms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70825" y="4697603"/>
            <a:ext cx="2507376" cy="1062606"/>
          </a:xfrm>
          <a:custGeom>
            <a:avLst/>
            <a:gdLst/>
            <a:ahLst/>
            <a:cxnLst/>
            <a:rect l="l" t="t" r="r" b="b"/>
            <a:pathLst>
              <a:path w="2507376" h="1062606">
                <a:moveTo>
                  <a:pt x="0" y="0"/>
                </a:moveTo>
                <a:lnTo>
                  <a:pt x="2507376" y="0"/>
                </a:lnTo>
                <a:lnTo>
                  <a:pt x="2507376" y="1062606"/>
                </a:lnTo>
                <a:lnTo>
                  <a:pt x="0" y="1062606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/>
        </p:spPr>
      </p:sp>
      <p:sp>
        <p:nvSpPr>
          <p:cNvPr id="45" name="Shape 43"/>
          <p:cNvSpPr/>
          <p:nvPr/>
        </p:nvSpPr>
        <p:spPr>
          <a:xfrm>
            <a:off x="7587493" y="4846740"/>
            <a:ext cx="279633" cy="279633"/>
          </a:xfrm>
          <a:custGeom>
            <a:avLst/>
            <a:gdLst/>
            <a:ahLst/>
            <a:cxnLst/>
            <a:rect l="l" t="t" r="r" b="b"/>
            <a:pathLst>
              <a:path w="279633" h="279633">
                <a:moveTo>
                  <a:pt x="0" y="43693"/>
                </a:moveTo>
                <a:cubicBezTo>
                  <a:pt x="0" y="29219"/>
                  <a:pt x="11742" y="17477"/>
                  <a:pt x="26216" y="17477"/>
                </a:cubicBezTo>
                <a:lnTo>
                  <a:pt x="78647" y="17477"/>
                </a:lnTo>
                <a:cubicBezTo>
                  <a:pt x="93120" y="17477"/>
                  <a:pt x="104862" y="29219"/>
                  <a:pt x="104862" y="43693"/>
                </a:cubicBezTo>
                <a:lnTo>
                  <a:pt x="104862" y="52431"/>
                </a:lnTo>
                <a:lnTo>
                  <a:pt x="174771" y="52431"/>
                </a:lnTo>
                <a:lnTo>
                  <a:pt x="174771" y="43693"/>
                </a:lnTo>
                <a:cubicBezTo>
                  <a:pt x="174771" y="29219"/>
                  <a:pt x="186513" y="17477"/>
                  <a:pt x="200986" y="17477"/>
                </a:cubicBezTo>
                <a:lnTo>
                  <a:pt x="253417" y="17477"/>
                </a:lnTo>
                <a:cubicBezTo>
                  <a:pt x="267891" y="17477"/>
                  <a:pt x="279633" y="29219"/>
                  <a:pt x="279633" y="43693"/>
                </a:cubicBezTo>
                <a:lnTo>
                  <a:pt x="279633" y="96124"/>
                </a:lnTo>
                <a:cubicBezTo>
                  <a:pt x="279633" y="110597"/>
                  <a:pt x="267891" y="122339"/>
                  <a:pt x="253417" y="122339"/>
                </a:cubicBezTo>
                <a:lnTo>
                  <a:pt x="200986" y="122339"/>
                </a:lnTo>
                <a:cubicBezTo>
                  <a:pt x="186513" y="122339"/>
                  <a:pt x="174771" y="110597"/>
                  <a:pt x="174771" y="96124"/>
                </a:cubicBezTo>
                <a:lnTo>
                  <a:pt x="174771" y="87385"/>
                </a:lnTo>
                <a:lnTo>
                  <a:pt x="104862" y="87385"/>
                </a:lnTo>
                <a:lnTo>
                  <a:pt x="104862" y="96124"/>
                </a:lnTo>
                <a:cubicBezTo>
                  <a:pt x="104862" y="100111"/>
                  <a:pt x="103934" y="103934"/>
                  <a:pt x="102350" y="107320"/>
                </a:cubicBezTo>
                <a:lnTo>
                  <a:pt x="139817" y="157294"/>
                </a:lnTo>
                <a:lnTo>
                  <a:pt x="183509" y="157294"/>
                </a:lnTo>
                <a:cubicBezTo>
                  <a:pt x="197982" y="157294"/>
                  <a:pt x="209725" y="169036"/>
                  <a:pt x="209725" y="183509"/>
                </a:cubicBezTo>
                <a:lnTo>
                  <a:pt x="209725" y="235940"/>
                </a:lnTo>
                <a:cubicBezTo>
                  <a:pt x="209725" y="250414"/>
                  <a:pt x="197982" y="262156"/>
                  <a:pt x="183509" y="262156"/>
                </a:cubicBezTo>
                <a:lnTo>
                  <a:pt x="131078" y="262156"/>
                </a:lnTo>
                <a:cubicBezTo>
                  <a:pt x="116605" y="262156"/>
                  <a:pt x="104862" y="250414"/>
                  <a:pt x="104862" y="235940"/>
                </a:cubicBezTo>
                <a:lnTo>
                  <a:pt x="104862" y="183509"/>
                </a:lnTo>
                <a:cubicBezTo>
                  <a:pt x="104862" y="179522"/>
                  <a:pt x="105791" y="175699"/>
                  <a:pt x="107375" y="172313"/>
                </a:cubicBezTo>
                <a:lnTo>
                  <a:pt x="69908" y="122339"/>
                </a:lnTo>
                <a:lnTo>
                  <a:pt x="26216" y="122339"/>
                </a:lnTo>
                <a:cubicBezTo>
                  <a:pt x="11742" y="122339"/>
                  <a:pt x="0" y="110597"/>
                  <a:pt x="0" y="96124"/>
                </a:cubicBezTo>
                <a:lnTo>
                  <a:pt x="0" y="43693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6" name="Text 44"/>
          <p:cNvSpPr/>
          <p:nvPr/>
        </p:nvSpPr>
        <p:spPr>
          <a:xfrm>
            <a:off x="6582678" y="5200942"/>
            <a:ext cx="228367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Dijkstra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587339" y="5424649"/>
            <a:ext cx="227434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Shortest path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128387" y="4697603"/>
            <a:ext cx="2507376" cy="1062606"/>
          </a:xfrm>
          <a:custGeom>
            <a:avLst/>
            <a:gdLst/>
            <a:ahLst/>
            <a:cxnLst/>
            <a:rect l="l" t="t" r="r" b="b"/>
            <a:pathLst>
              <a:path w="2507376" h="1062606">
                <a:moveTo>
                  <a:pt x="0" y="0"/>
                </a:moveTo>
                <a:lnTo>
                  <a:pt x="2507376" y="0"/>
                </a:lnTo>
                <a:lnTo>
                  <a:pt x="2507376" y="1062606"/>
                </a:lnTo>
                <a:lnTo>
                  <a:pt x="0" y="1062606"/>
                </a:lnTo>
                <a:lnTo>
                  <a:pt x="0" y="0"/>
                </a:lnTo>
                <a:close/>
              </a:path>
            </a:pathLst>
          </a:custGeom>
          <a:solidFill>
            <a:srgbClr val="252525"/>
          </a:solidFill>
          <a:ln/>
        </p:spPr>
      </p:sp>
      <p:sp>
        <p:nvSpPr>
          <p:cNvPr id="49" name="Shape 47"/>
          <p:cNvSpPr/>
          <p:nvPr/>
        </p:nvSpPr>
        <p:spPr>
          <a:xfrm>
            <a:off x="10227578" y="4846740"/>
            <a:ext cx="314587" cy="279633"/>
          </a:xfrm>
          <a:custGeom>
            <a:avLst/>
            <a:gdLst/>
            <a:ahLst/>
            <a:cxnLst/>
            <a:rect l="l" t="t" r="r" b="b"/>
            <a:pathLst>
              <a:path w="314587" h="279633">
                <a:moveTo>
                  <a:pt x="169036" y="-10322"/>
                </a:moveTo>
                <a:cubicBezTo>
                  <a:pt x="166797" y="-14692"/>
                  <a:pt x="162264" y="-17477"/>
                  <a:pt x="157348" y="-17477"/>
                </a:cubicBezTo>
                <a:cubicBezTo>
                  <a:pt x="152433" y="-17477"/>
                  <a:pt x="147900" y="-14692"/>
                  <a:pt x="145660" y="-10322"/>
                </a:cubicBezTo>
                <a:lnTo>
                  <a:pt x="105463" y="68434"/>
                </a:lnTo>
                <a:lnTo>
                  <a:pt x="18132" y="82306"/>
                </a:lnTo>
                <a:cubicBezTo>
                  <a:pt x="13272" y="83071"/>
                  <a:pt x="9230" y="86511"/>
                  <a:pt x="7701" y="91208"/>
                </a:cubicBezTo>
                <a:cubicBezTo>
                  <a:pt x="6172" y="95905"/>
                  <a:pt x="7428" y="101039"/>
                  <a:pt x="10869" y="104535"/>
                </a:cubicBezTo>
                <a:lnTo>
                  <a:pt x="73349" y="167070"/>
                </a:lnTo>
                <a:lnTo>
                  <a:pt x="59586" y="254401"/>
                </a:lnTo>
                <a:cubicBezTo>
                  <a:pt x="58821" y="259261"/>
                  <a:pt x="60842" y="264177"/>
                  <a:pt x="64829" y="267071"/>
                </a:cubicBezTo>
                <a:cubicBezTo>
                  <a:pt x="68816" y="269966"/>
                  <a:pt x="74059" y="270403"/>
                  <a:pt x="78483" y="268164"/>
                </a:cubicBezTo>
                <a:lnTo>
                  <a:pt x="157348" y="228076"/>
                </a:lnTo>
                <a:lnTo>
                  <a:pt x="236159" y="268164"/>
                </a:lnTo>
                <a:cubicBezTo>
                  <a:pt x="240528" y="270403"/>
                  <a:pt x="245826" y="269966"/>
                  <a:pt x="249813" y="267071"/>
                </a:cubicBezTo>
                <a:cubicBezTo>
                  <a:pt x="253800" y="264177"/>
                  <a:pt x="255821" y="259316"/>
                  <a:pt x="255056" y="254401"/>
                </a:cubicBezTo>
                <a:lnTo>
                  <a:pt x="241238" y="167070"/>
                </a:lnTo>
                <a:lnTo>
                  <a:pt x="303719" y="104535"/>
                </a:lnTo>
                <a:cubicBezTo>
                  <a:pt x="307214" y="101039"/>
                  <a:pt x="308416" y="95905"/>
                  <a:pt x="306886" y="91208"/>
                </a:cubicBezTo>
                <a:cubicBezTo>
                  <a:pt x="305357" y="86511"/>
                  <a:pt x="301370" y="83071"/>
                  <a:pt x="296455" y="82306"/>
                </a:cubicBezTo>
                <a:lnTo>
                  <a:pt x="209179" y="68434"/>
                </a:lnTo>
                <a:lnTo>
                  <a:pt x="169036" y="-10322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50" name="Text 48"/>
          <p:cNvSpPr/>
          <p:nvPr/>
        </p:nvSpPr>
        <p:spPr>
          <a:xfrm>
            <a:off x="9240240" y="5200942"/>
            <a:ext cx="2283670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A*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244901" y="5424649"/>
            <a:ext cx="227434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Heuristic search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50847" y="6099496"/>
            <a:ext cx="5572154" cy="753145"/>
          </a:xfrm>
          <a:custGeom>
            <a:avLst/>
            <a:gdLst/>
            <a:ahLst/>
            <a:cxnLst/>
            <a:rect l="l" t="t" r="r" b="b"/>
            <a:pathLst>
              <a:path w="5572154" h="753145">
                <a:moveTo>
                  <a:pt x="0" y="0"/>
                </a:moveTo>
                <a:lnTo>
                  <a:pt x="5572154" y="0"/>
                </a:lnTo>
                <a:lnTo>
                  <a:pt x="5572154" y="753145"/>
                </a:lnTo>
                <a:lnTo>
                  <a:pt x="0" y="753145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10196"/>
            </a:srgbClr>
          </a:solidFill>
          <a:ln w="10160">
            <a:solidFill>
              <a:srgbClr val="DDFF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31676" y="6282190"/>
            <a:ext cx="130495" cy="149138"/>
          </a:xfrm>
          <a:custGeom>
            <a:avLst/>
            <a:gdLst/>
            <a:ahLst/>
            <a:cxnLst/>
            <a:rect l="l" t="t" r="r" b="b"/>
            <a:pathLst>
              <a:path w="130495" h="149138">
                <a:moveTo>
                  <a:pt x="98687" y="-2884"/>
                </a:moveTo>
                <a:cubicBezTo>
                  <a:pt x="102153" y="-379"/>
                  <a:pt x="103435" y="4165"/>
                  <a:pt x="101862" y="8127"/>
                </a:cubicBezTo>
                <a:lnTo>
                  <a:pt x="79025" y="65248"/>
                </a:lnTo>
                <a:lnTo>
                  <a:pt x="121174" y="65248"/>
                </a:lnTo>
                <a:cubicBezTo>
                  <a:pt x="125107" y="65248"/>
                  <a:pt x="128602" y="67694"/>
                  <a:pt x="129942" y="71394"/>
                </a:cubicBezTo>
                <a:cubicBezTo>
                  <a:pt x="131282" y="75093"/>
                  <a:pt x="130146" y="79229"/>
                  <a:pt x="127146" y="81734"/>
                </a:cubicBezTo>
                <a:lnTo>
                  <a:pt x="43256" y="151643"/>
                </a:lnTo>
                <a:cubicBezTo>
                  <a:pt x="39964" y="154381"/>
                  <a:pt x="35275" y="154526"/>
                  <a:pt x="31808" y="152021"/>
                </a:cubicBezTo>
                <a:cubicBezTo>
                  <a:pt x="28342" y="149516"/>
                  <a:pt x="27060" y="144972"/>
                  <a:pt x="28633" y="141011"/>
                </a:cubicBezTo>
                <a:lnTo>
                  <a:pt x="51470" y="83890"/>
                </a:lnTo>
                <a:lnTo>
                  <a:pt x="9321" y="83890"/>
                </a:lnTo>
                <a:cubicBezTo>
                  <a:pt x="5389" y="83890"/>
                  <a:pt x="1893" y="81443"/>
                  <a:pt x="553" y="77744"/>
                </a:cubicBezTo>
                <a:cubicBezTo>
                  <a:pt x="-786" y="74044"/>
                  <a:pt x="350" y="69908"/>
                  <a:pt x="3350" y="67403"/>
                </a:cubicBezTo>
                <a:lnTo>
                  <a:pt x="87240" y="-2505"/>
                </a:lnTo>
                <a:cubicBezTo>
                  <a:pt x="90531" y="-5243"/>
                  <a:pt x="95221" y="-5389"/>
                  <a:pt x="98687" y="-2884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4" name="Text 52"/>
          <p:cNvSpPr/>
          <p:nvPr/>
        </p:nvSpPr>
        <p:spPr>
          <a:xfrm>
            <a:off x="6644864" y="6252361"/>
            <a:ext cx="5099839" cy="4474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Updates:</a:t>
            </a:r>
            <a:r>
              <a:rPr lang="en-US" sz="1174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Routes recalculated every 30 seconds based on live predictions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525843" y="6189211"/>
            <a:ext cx="1332917" cy="372844"/>
          </a:xfrm>
          <a:custGeom>
            <a:avLst/>
            <a:gdLst/>
            <a:ahLst/>
            <a:cxnLst/>
            <a:rect l="l" t="t" r="r" b="b"/>
            <a:pathLst>
              <a:path w="1332917" h="372844">
                <a:moveTo>
                  <a:pt x="0" y="0"/>
                </a:moveTo>
                <a:lnTo>
                  <a:pt x="1332917" y="0"/>
                </a:lnTo>
                <a:lnTo>
                  <a:pt x="1332917" y="372844"/>
                </a:lnTo>
                <a:lnTo>
                  <a:pt x="0" y="372844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6" name="Text 54"/>
          <p:cNvSpPr/>
          <p:nvPr/>
        </p:nvSpPr>
        <p:spPr>
          <a:xfrm>
            <a:off x="10692416" y="6263780"/>
            <a:ext cx="1154594" cy="21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Prototype: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What Works Today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1409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1695450"/>
            <a:ext cx="3657600" cy="3724275"/>
          </a:xfrm>
          <a:custGeom>
            <a:avLst/>
            <a:gdLst/>
            <a:ahLst/>
            <a:cxnLst/>
            <a:rect l="l" t="t" r="r" b="b"/>
            <a:pathLst>
              <a:path w="3657600" h="3724275">
                <a:moveTo>
                  <a:pt x="0" y="0"/>
                </a:moveTo>
                <a:lnTo>
                  <a:pt x="3657600" y="0"/>
                </a:lnTo>
                <a:lnTo>
                  <a:pt x="3657600" y="3724275"/>
                </a:lnTo>
                <a:lnTo>
                  <a:pt x="0" y="37242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DFF00">
                  <a:alpha val="20000"/>
                </a:srgbClr>
              </a:gs>
              <a:gs pos="100000">
                <a:srgbClr val="1A1A1A"/>
              </a:gs>
            </a:gsLst>
            <a:lin ang="54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1000" y="16954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0" y="0"/>
                </a:moveTo>
                <a:lnTo>
                  <a:pt x="3657600" y="0"/>
                </a:lnTo>
                <a:lnTo>
                  <a:pt x="3657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6" name="Shape 4"/>
          <p:cNvSpPr/>
          <p:nvPr/>
        </p:nvSpPr>
        <p:spPr>
          <a:xfrm>
            <a:off x="1752600" y="19431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DDFF00"/>
          </a:solidFill>
          <a:ln/>
          <a:effectLst>
            <a:outerShdw blurRad="285750" dist="50800" dir="2700000" algn="bl" rotWithShape="0">
              <a:srgbClr val="DDFF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38350" y="2228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80367" y="37505"/>
                </a:moveTo>
                <a:cubicBezTo>
                  <a:pt x="80367" y="16810"/>
                  <a:pt x="97177" y="0"/>
                  <a:pt x="117872" y="0"/>
                </a:cubicBezTo>
                <a:lnTo>
                  <a:pt x="133945" y="0"/>
                </a:lnTo>
                <a:cubicBezTo>
                  <a:pt x="145799" y="0"/>
                  <a:pt x="155377" y="9577"/>
                  <a:pt x="155377" y="21431"/>
                </a:cubicBezTo>
                <a:lnTo>
                  <a:pt x="155377" y="321469"/>
                </a:lnTo>
                <a:cubicBezTo>
                  <a:pt x="155377" y="333323"/>
                  <a:pt x="145799" y="342900"/>
                  <a:pt x="133945" y="342900"/>
                </a:cubicBezTo>
                <a:lnTo>
                  <a:pt x="112514" y="342900"/>
                </a:lnTo>
                <a:cubicBezTo>
                  <a:pt x="92556" y="342900"/>
                  <a:pt x="75746" y="329238"/>
                  <a:pt x="70991" y="310753"/>
                </a:cubicBezTo>
                <a:cubicBezTo>
                  <a:pt x="70522" y="310753"/>
                  <a:pt x="70120" y="310753"/>
                  <a:pt x="69652" y="310753"/>
                </a:cubicBezTo>
                <a:cubicBezTo>
                  <a:pt x="40050" y="310753"/>
                  <a:pt x="16073" y="286777"/>
                  <a:pt x="16073" y="257175"/>
                </a:cubicBezTo>
                <a:cubicBezTo>
                  <a:pt x="16073" y="245120"/>
                  <a:pt x="20092" y="234002"/>
                  <a:pt x="26789" y="225028"/>
                </a:cubicBezTo>
                <a:cubicBezTo>
                  <a:pt x="13796" y="215250"/>
                  <a:pt x="5358" y="199712"/>
                  <a:pt x="5358" y="182166"/>
                </a:cubicBezTo>
                <a:cubicBezTo>
                  <a:pt x="5358" y="161471"/>
                  <a:pt x="17145" y="143455"/>
                  <a:pt x="34290" y="134548"/>
                </a:cubicBezTo>
                <a:cubicBezTo>
                  <a:pt x="29535" y="126511"/>
                  <a:pt x="26789" y="117135"/>
                  <a:pt x="26789" y="107156"/>
                </a:cubicBezTo>
                <a:cubicBezTo>
                  <a:pt x="26789" y="77554"/>
                  <a:pt x="50765" y="53578"/>
                  <a:pt x="80367" y="53578"/>
                </a:cubicBezTo>
                <a:lnTo>
                  <a:pt x="80367" y="37505"/>
                </a:lnTo>
                <a:close/>
                <a:moveTo>
                  <a:pt x="262533" y="37505"/>
                </a:moveTo>
                <a:lnTo>
                  <a:pt x="262533" y="53578"/>
                </a:lnTo>
                <a:cubicBezTo>
                  <a:pt x="292135" y="53578"/>
                  <a:pt x="316111" y="77554"/>
                  <a:pt x="316111" y="107156"/>
                </a:cubicBezTo>
                <a:cubicBezTo>
                  <a:pt x="316111" y="117202"/>
                  <a:pt x="313365" y="126578"/>
                  <a:pt x="308610" y="134548"/>
                </a:cubicBezTo>
                <a:cubicBezTo>
                  <a:pt x="325822" y="143455"/>
                  <a:pt x="337542" y="161404"/>
                  <a:pt x="337542" y="182166"/>
                </a:cubicBezTo>
                <a:cubicBezTo>
                  <a:pt x="337542" y="199712"/>
                  <a:pt x="329104" y="215250"/>
                  <a:pt x="316111" y="225028"/>
                </a:cubicBezTo>
                <a:cubicBezTo>
                  <a:pt x="322808" y="234002"/>
                  <a:pt x="326827" y="245120"/>
                  <a:pt x="326827" y="257175"/>
                </a:cubicBezTo>
                <a:cubicBezTo>
                  <a:pt x="326827" y="286777"/>
                  <a:pt x="302850" y="310753"/>
                  <a:pt x="273248" y="310753"/>
                </a:cubicBezTo>
                <a:cubicBezTo>
                  <a:pt x="272780" y="310753"/>
                  <a:pt x="272378" y="310753"/>
                  <a:pt x="271909" y="310753"/>
                </a:cubicBezTo>
                <a:cubicBezTo>
                  <a:pt x="267154" y="329238"/>
                  <a:pt x="250344" y="342900"/>
                  <a:pt x="230386" y="342900"/>
                </a:cubicBezTo>
                <a:lnTo>
                  <a:pt x="208955" y="342900"/>
                </a:lnTo>
                <a:cubicBezTo>
                  <a:pt x="197101" y="342900"/>
                  <a:pt x="187523" y="333323"/>
                  <a:pt x="187523" y="321469"/>
                </a:cubicBezTo>
                <a:lnTo>
                  <a:pt x="187523" y="21431"/>
                </a:lnTo>
                <a:cubicBezTo>
                  <a:pt x="187523" y="9577"/>
                  <a:pt x="197101" y="0"/>
                  <a:pt x="208955" y="0"/>
                </a:cubicBezTo>
                <a:lnTo>
                  <a:pt x="225028" y="0"/>
                </a:lnTo>
                <a:cubicBezTo>
                  <a:pt x="245723" y="0"/>
                  <a:pt x="262533" y="16810"/>
                  <a:pt x="262533" y="37505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52450" y="30099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Congestion Prediction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3413" y="35622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0" name="Text 8"/>
          <p:cNvSpPr/>
          <p:nvPr/>
        </p:nvSpPr>
        <p:spPr>
          <a:xfrm>
            <a:off x="962025" y="3543184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85%+ accuracy achieved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3413" y="39051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" y="3886084"/>
            <a:ext cx="1990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15-60 min prediction horizon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3413" y="42480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" y="4228984"/>
            <a:ext cx="1638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inference &lt;1s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9600" y="4689994"/>
            <a:ext cx="3200400" cy="7620"/>
          </a:xfrm>
          <a:custGeom>
            <a:avLst/>
            <a:gdLst/>
            <a:ahLst/>
            <a:cxnLst/>
            <a:rect l="l" t="t" r="r" b="b"/>
            <a:pathLst>
              <a:path w="3200400" h="7620">
                <a:moveTo>
                  <a:pt x="0" y="0"/>
                </a:moveTo>
                <a:lnTo>
                  <a:pt x="3200400" y="0"/>
                </a:lnTo>
                <a:lnTo>
                  <a:pt x="3200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64153"/>
          </a:solidFill>
          <a:ln/>
        </p:spPr>
      </p:sp>
      <p:sp>
        <p:nvSpPr>
          <p:cNvPr id="16" name="Text 14"/>
          <p:cNvSpPr/>
          <p:nvPr/>
        </p:nvSpPr>
        <p:spPr>
          <a:xfrm>
            <a:off x="538163" y="4846202"/>
            <a:ext cx="3343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✓ WORKING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67200" y="1695450"/>
            <a:ext cx="3657600" cy="3724275"/>
          </a:xfrm>
          <a:custGeom>
            <a:avLst/>
            <a:gdLst/>
            <a:ahLst/>
            <a:cxnLst/>
            <a:rect l="l" t="t" r="r" b="b"/>
            <a:pathLst>
              <a:path w="3657600" h="3724275">
                <a:moveTo>
                  <a:pt x="0" y="0"/>
                </a:moveTo>
                <a:lnTo>
                  <a:pt x="3657600" y="0"/>
                </a:lnTo>
                <a:lnTo>
                  <a:pt x="3657600" y="3724275"/>
                </a:lnTo>
                <a:lnTo>
                  <a:pt x="0" y="37242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CCFF">
                  <a:alpha val="20000"/>
                </a:srgbClr>
              </a:gs>
              <a:gs pos="100000">
                <a:srgbClr val="1A1A1A"/>
              </a:gs>
            </a:gsLst>
            <a:lin ang="5400000" scaled="1"/>
          </a:gradFill>
          <a:ln/>
        </p:spPr>
      </p:sp>
      <p:sp>
        <p:nvSpPr>
          <p:cNvPr id="18" name="Shape 16"/>
          <p:cNvSpPr/>
          <p:nvPr/>
        </p:nvSpPr>
        <p:spPr>
          <a:xfrm>
            <a:off x="4267200" y="16954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0" y="0"/>
                </a:moveTo>
                <a:lnTo>
                  <a:pt x="3657600" y="0"/>
                </a:lnTo>
                <a:lnTo>
                  <a:pt x="3657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638800" y="19431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00CCFF"/>
          </a:solidFill>
          <a:ln/>
          <a:effectLst>
            <a:outerShdw blurRad="285750" dist="50800" dir="2700000" algn="bl" rotWithShape="0">
              <a:srgbClr val="DDFF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4550" y="2228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42863" y="21431"/>
                </a:moveTo>
                <a:cubicBezTo>
                  <a:pt x="19221" y="21431"/>
                  <a:pt x="0" y="40652"/>
                  <a:pt x="0" y="64294"/>
                </a:cubicBezTo>
                <a:lnTo>
                  <a:pt x="0" y="235744"/>
                </a:lnTo>
                <a:cubicBezTo>
                  <a:pt x="0" y="259385"/>
                  <a:pt x="19221" y="278606"/>
                  <a:pt x="42863" y="278606"/>
                </a:cubicBezTo>
                <a:lnTo>
                  <a:pt x="139303" y="278606"/>
                </a:lnTo>
                <a:lnTo>
                  <a:pt x="128588" y="310753"/>
                </a:lnTo>
                <a:lnTo>
                  <a:pt x="80367" y="310753"/>
                </a:lnTo>
                <a:cubicBezTo>
                  <a:pt x="71460" y="310753"/>
                  <a:pt x="64294" y="317919"/>
                  <a:pt x="64294" y="326827"/>
                </a:cubicBezTo>
                <a:cubicBezTo>
                  <a:pt x="64294" y="335734"/>
                  <a:pt x="71460" y="342900"/>
                  <a:pt x="80367" y="342900"/>
                </a:cubicBezTo>
                <a:lnTo>
                  <a:pt x="262533" y="342900"/>
                </a:lnTo>
                <a:cubicBezTo>
                  <a:pt x="271440" y="342900"/>
                  <a:pt x="278606" y="335734"/>
                  <a:pt x="278606" y="326827"/>
                </a:cubicBezTo>
                <a:cubicBezTo>
                  <a:pt x="278606" y="317919"/>
                  <a:pt x="271440" y="310753"/>
                  <a:pt x="262533" y="310753"/>
                </a:cubicBezTo>
                <a:lnTo>
                  <a:pt x="214313" y="310753"/>
                </a:lnTo>
                <a:lnTo>
                  <a:pt x="203597" y="278606"/>
                </a:lnTo>
                <a:lnTo>
                  <a:pt x="300038" y="278606"/>
                </a:lnTo>
                <a:cubicBezTo>
                  <a:pt x="323679" y="278606"/>
                  <a:pt x="342900" y="259385"/>
                  <a:pt x="342900" y="235744"/>
                </a:cubicBezTo>
                <a:lnTo>
                  <a:pt x="342900" y="64294"/>
                </a:lnTo>
                <a:cubicBezTo>
                  <a:pt x="342900" y="40652"/>
                  <a:pt x="323679" y="21431"/>
                  <a:pt x="300038" y="21431"/>
                </a:cubicBezTo>
                <a:lnTo>
                  <a:pt x="42863" y="21431"/>
                </a:lnTo>
                <a:close/>
                <a:moveTo>
                  <a:pt x="64294" y="64294"/>
                </a:moveTo>
                <a:lnTo>
                  <a:pt x="278606" y="64294"/>
                </a:lnTo>
                <a:cubicBezTo>
                  <a:pt x="290460" y="64294"/>
                  <a:pt x="300038" y="73871"/>
                  <a:pt x="300038" y="85725"/>
                </a:cubicBezTo>
                <a:lnTo>
                  <a:pt x="300038" y="192881"/>
                </a:lnTo>
                <a:cubicBezTo>
                  <a:pt x="300038" y="204735"/>
                  <a:pt x="290460" y="214313"/>
                  <a:pt x="278606" y="214313"/>
                </a:cubicBezTo>
                <a:lnTo>
                  <a:pt x="64294" y="214313"/>
                </a:lnTo>
                <a:cubicBezTo>
                  <a:pt x="52440" y="214313"/>
                  <a:pt x="42863" y="204735"/>
                  <a:pt x="42863" y="192881"/>
                </a:cubicBezTo>
                <a:lnTo>
                  <a:pt x="42863" y="85725"/>
                </a:lnTo>
                <a:cubicBezTo>
                  <a:pt x="42863" y="73871"/>
                  <a:pt x="52440" y="64294"/>
                  <a:pt x="64294" y="64294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438650" y="30099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CC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Traffic Simulation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19613" y="35622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48225" y="3543184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heatmap visualization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19613" y="39051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25" name="Text 23"/>
          <p:cNvSpPr/>
          <p:nvPr/>
        </p:nvSpPr>
        <p:spPr>
          <a:xfrm>
            <a:off x="4848225" y="3886084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traffic flow simulation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19613" y="42480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27" name="Text 25"/>
          <p:cNvSpPr/>
          <p:nvPr/>
        </p:nvSpPr>
        <p:spPr>
          <a:xfrm>
            <a:off x="4848225" y="4228984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data playback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95800" y="4689994"/>
            <a:ext cx="3200400" cy="7620"/>
          </a:xfrm>
          <a:custGeom>
            <a:avLst/>
            <a:gdLst/>
            <a:ahLst/>
            <a:cxnLst/>
            <a:rect l="l" t="t" r="r" b="b"/>
            <a:pathLst>
              <a:path w="3200400" h="7620">
                <a:moveTo>
                  <a:pt x="0" y="0"/>
                </a:moveTo>
                <a:lnTo>
                  <a:pt x="3200400" y="0"/>
                </a:lnTo>
                <a:lnTo>
                  <a:pt x="3200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64153"/>
          </a:solidFill>
          <a:ln/>
        </p:spPr>
      </p:sp>
      <p:sp>
        <p:nvSpPr>
          <p:cNvPr id="29" name="Text 27"/>
          <p:cNvSpPr/>
          <p:nvPr/>
        </p:nvSpPr>
        <p:spPr>
          <a:xfrm>
            <a:off x="4424363" y="4846202"/>
            <a:ext cx="3343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CC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✓ WORKING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53400" y="1695450"/>
            <a:ext cx="3657600" cy="3724275"/>
          </a:xfrm>
          <a:custGeom>
            <a:avLst/>
            <a:gdLst/>
            <a:ahLst/>
            <a:cxnLst/>
            <a:rect l="l" t="t" r="r" b="b"/>
            <a:pathLst>
              <a:path w="3657600" h="3724275">
                <a:moveTo>
                  <a:pt x="0" y="0"/>
                </a:moveTo>
                <a:lnTo>
                  <a:pt x="3657600" y="0"/>
                </a:lnTo>
                <a:lnTo>
                  <a:pt x="3657600" y="3724275"/>
                </a:lnTo>
                <a:lnTo>
                  <a:pt x="0" y="3724275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1FF88">
                  <a:alpha val="20000"/>
                </a:srgbClr>
              </a:gs>
              <a:gs pos="100000">
                <a:srgbClr val="1A1A1A"/>
              </a:gs>
            </a:gsLst>
            <a:lin ang="54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8153400" y="1695450"/>
            <a:ext cx="3657600" cy="38100"/>
          </a:xfrm>
          <a:custGeom>
            <a:avLst/>
            <a:gdLst/>
            <a:ahLst/>
            <a:cxnLst/>
            <a:rect l="l" t="t" r="r" b="b"/>
            <a:pathLst>
              <a:path w="3657600" h="38100">
                <a:moveTo>
                  <a:pt x="0" y="0"/>
                </a:moveTo>
                <a:lnTo>
                  <a:pt x="3657600" y="0"/>
                </a:lnTo>
                <a:lnTo>
                  <a:pt x="36576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32" name="Shape 30"/>
          <p:cNvSpPr/>
          <p:nvPr/>
        </p:nvSpPr>
        <p:spPr>
          <a:xfrm>
            <a:off x="9525000" y="19431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57200" y="0"/>
                </a:lnTo>
                <a:cubicBezTo>
                  <a:pt x="709536" y="0"/>
                  <a:pt x="914400" y="204864"/>
                  <a:pt x="914400" y="457200"/>
                </a:cubicBezTo>
                <a:lnTo>
                  <a:pt x="914400" y="457200"/>
                </a:lnTo>
                <a:cubicBezTo>
                  <a:pt x="914400" y="709536"/>
                  <a:pt x="709536" y="914400"/>
                  <a:pt x="457200" y="914400"/>
                </a:cubicBezTo>
                <a:lnTo>
                  <a:pt x="457200" y="914400"/>
                </a:lnTo>
                <a:cubicBezTo>
                  <a:pt x="204864" y="914400"/>
                  <a:pt x="0" y="709536"/>
                  <a:pt x="0" y="457200"/>
                </a:cubicBezTo>
                <a:lnTo>
                  <a:pt x="0" y="457200"/>
                </a:lnTo>
                <a:cubicBezTo>
                  <a:pt x="0" y="204864"/>
                  <a:pt x="204864" y="0"/>
                  <a:pt x="457200" y="0"/>
                </a:cubicBezTo>
                <a:close/>
              </a:path>
            </a:pathLst>
          </a:custGeom>
          <a:solidFill>
            <a:srgbClr val="00FF88"/>
          </a:solidFill>
          <a:ln/>
          <a:effectLst>
            <a:outerShdw blurRad="285750" dist="50800" dir="2700000" algn="bl" rotWithShape="0">
              <a:srgbClr val="DDFF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810750" y="22288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42900" y="64294"/>
                </a:moveTo>
                <a:cubicBezTo>
                  <a:pt x="342900" y="97914"/>
                  <a:pt x="303319" y="148077"/>
                  <a:pt x="286241" y="168101"/>
                </a:cubicBezTo>
                <a:cubicBezTo>
                  <a:pt x="283696" y="171048"/>
                  <a:pt x="279946" y="172187"/>
                  <a:pt x="276530" y="171450"/>
                </a:cubicBezTo>
                <a:lnTo>
                  <a:pt x="214313" y="171450"/>
                </a:lnTo>
                <a:cubicBezTo>
                  <a:pt x="202458" y="171450"/>
                  <a:pt x="192881" y="181027"/>
                  <a:pt x="192881" y="192881"/>
                </a:cubicBezTo>
                <a:cubicBezTo>
                  <a:pt x="192881" y="204735"/>
                  <a:pt x="202458" y="214313"/>
                  <a:pt x="214313" y="214313"/>
                </a:cubicBezTo>
                <a:lnTo>
                  <a:pt x="278606" y="214313"/>
                </a:lnTo>
                <a:cubicBezTo>
                  <a:pt x="314102" y="214313"/>
                  <a:pt x="342900" y="243111"/>
                  <a:pt x="342900" y="278606"/>
                </a:cubicBezTo>
                <a:cubicBezTo>
                  <a:pt x="342900" y="314102"/>
                  <a:pt x="314102" y="342900"/>
                  <a:pt x="278606" y="342900"/>
                </a:cubicBezTo>
                <a:lnTo>
                  <a:pt x="93494" y="342900"/>
                </a:lnTo>
                <a:cubicBezTo>
                  <a:pt x="99320" y="336270"/>
                  <a:pt x="106420" y="327764"/>
                  <a:pt x="113586" y="318254"/>
                </a:cubicBezTo>
                <a:cubicBezTo>
                  <a:pt x="117805" y="312628"/>
                  <a:pt x="122158" y="306467"/>
                  <a:pt x="126310" y="300038"/>
                </a:cubicBezTo>
                <a:lnTo>
                  <a:pt x="278606" y="300038"/>
                </a:lnTo>
                <a:cubicBezTo>
                  <a:pt x="290460" y="300038"/>
                  <a:pt x="300038" y="290460"/>
                  <a:pt x="300038" y="278606"/>
                </a:cubicBezTo>
                <a:cubicBezTo>
                  <a:pt x="300038" y="266752"/>
                  <a:pt x="290460" y="257175"/>
                  <a:pt x="278606" y="257175"/>
                </a:cubicBezTo>
                <a:lnTo>
                  <a:pt x="214313" y="257175"/>
                </a:lnTo>
                <a:cubicBezTo>
                  <a:pt x="178817" y="257175"/>
                  <a:pt x="150019" y="228377"/>
                  <a:pt x="150019" y="192881"/>
                </a:cubicBezTo>
                <a:cubicBezTo>
                  <a:pt x="150019" y="157386"/>
                  <a:pt x="178817" y="128588"/>
                  <a:pt x="214313" y="128588"/>
                </a:cubicBezTo>
                <a:lnTo>
                  <a:pt x="240968" y="128588"/>
                </a:lnTo>
                <a:cubicBezTo>
                  <a:pt x="226903" y="107491"/>
                  <a:pt x="214313" y="83247"/>
                  <a:pt x="214313" y="64294"/>
                </a:cubicBezTo>
                <a:cubicBezTo>
                  <a:pt x="214313" y="28798"/>
                  <a:pt x="243111" y="0"/>
                  <a:pt x="278606" y="0"/>
                </a:cubicBezTo>
                <a:cubicBezTo>
                  <a:pt x="314102" y="0"/>
                  <a:pt x="342900" y="28798"/>
                  <a:pt x="342900" y="64294"/>
                </a:cubicBezTo>
                <a:close/>
                <a:moveTo>
                  <a:pt x="78425" y="327563"/>
                </a:moveTo>
                <a:cubicBezTo>
                  <a:pt x="75880" y="330443"/>
                  <a:pt x="73603" y="332988"/>
                  <a:pt x="71661" y="335131"/>
                </a:cubicBezTo>
                <a:lnTo>
                  <a:pt x="70455" y="336471"/>
                </a:lnTo>
                <a:lnTo>
                  <a:pt x="70321" y="336337"/>
                </a:lnTo>
                <a:cubicBezTo>
                  <a:pt x="66303" y="339417"/>
                  <a:pt x="60543" y="339016"/>
                  <a:pt x="56927" y="335131"/>
                </a:cubicBezTo>
                <a:cubicBezTo>
                  <a:pt x="40050" y="316781"/>
                  <a:pt x="0" y="269565"/>
                  <a:pt x="0" y="235744"/>
                </a:cubicBezTo>
                <a:cubicBezTo>
                  <a:pt x="0" y="200248"/>
                  <a:pt x="28798" y="171450"/>
                  <a:pt x="64294" y="171450"/>
                </a:cubicBezTo>
                <a:cubicBezTo>
                  <a:pt x="99789" y="171450"/>
                  <a:pt x="128588" y="200248"/>
                  <a:pt x="128588" y="235744"/>
                </a:cubicBezTo>
                <a:cubicBezTo>
                  <a:pt x="128588" y="255836"/>
                  <a:pt x="114456" y="280615"/>
                  <a:pt x="99454" y="301310"/>
                </a:cubicBezTo>
                <a:cubicBezTo>
                  <a:pt x="92288" y="311155"/>
                  <a:pt x="84921" y="320062"/>
                  <a:pt x="78827" y="327094"/>
                </a:cubicBezTo>
                <a:lnTo>
                  <a:pt x="78425" y="327563"/>
                </a:lnTo>
                <a:close/>
                <a:moveTo>
                  <a:pt x="85725" y="235744"/>
                </a:moveTo>
                <a:cubicBezTo>
                  <a:pt x="85725" y="223916"/>
                  <a:pt x="76122" y="214313"/>
                  <a:pt x="64294" y="214313"/>
                </a:cubicBezTo>
                <a:cubicBezTo>
                  <a:pt x="52466" y="214313"/>
                  <a:pt x="42863" y="223916"/>
                  <a:pt x="42863" y="235744"/>
                </a:cubicBezTo>
                <a:cubicBezTo>
                  <a:pt x="42863" y="247572"/>
                  <a:pt x="52466" y="257175"/>
                  <a:pt x="64294" y="257175"/>
                </a:cubicBezTo>
                <a:cubicBezTo>
                  <a:pt x="76122" y="257175"/>
                  <a:pt x="85725" y="247572"/>
                  <a:pt x="85725" y="235744"/>
                </a:cubicBezTo>
                <a:close/>
                <a:moveTo>
                  <a:pt x="278606" y="85725"/>
                </a:moveTo>
                <a:cubicBezTo>
                  <a:pt x="290434" y="85725"/>
                  <a:pt x="300038" y="76122"/>
                  <a:pt x="300038" y="64294"/>
                </a:cubicBezTo>
                <a:cubicBezTo>
                  <a:pt x="300038" y="52466"/>
                  <a:pt x="290434" y="42863"/>
                  <a:pt x="278606" y="42863"/>
                </a:cubicBezTo>
                <a:cubicBezTo>
                  <a:pt x="266778" y="42863"/>
                  <a:pt x="257175" y="52466"/>
                  <a:pt x="257175" y="64294"/>
                </a:cubicBezTo>
                <a:cubicBezTo>
                  <a:pt x="257175" y="76122"/>
                  <a:pt x="266778" y="85725"/>
                  <a:pt x="278606" y="85725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8324850" y="30099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Route Suggestion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405813" y="35622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36" name="Text 34"/>
          <p:cNvSpPr/>
          <p:nvPr/>
        </p:nvSpPr>
        <p:spPr>
          <a:xfrm>
            <a:off x="8734425" y="3543184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Dijkstra/A* implementation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05813" y="39051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38" name="Text 36"/>
          <p:cNvSpPr/>
          <p:nvPr/>
        </p:nvSpPr>
        <p:spPr>
          <a:xfrm>
            <a:off x="8734425" y="3886084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Alternative route generation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05813" y="424803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40" name="Text 38"/>
          <p:cNvSpPr/>
          <p:nvPr/>
        </p:nvSpPr>
        <p:spPr>
          <a:xfrm>
            <a:off x="8734425" y="4228984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 savings calculation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382000" y="4689994"/>
            <a:ext cx="3200400" cy="7620"/>
          </a:xfrm>
          <a:custGeom>
            <a:avLst/>
            <a:gdLst/>
            <a:ahLst/>
            <a:cxnLst/>
            <a:rect l="l" t="t" r="r" b="b"/>
            <a:pathLst>
              <a:path w="3200400" h="7620">
                <a:moveTo>
                  <a:pt x="0" y="0"/>
                </a:moveTo>
                <a:lnTo>
                  <a:pt x="3200400" y="0"/>
                </a:lnTo>
                <a:lnTo>
                  <a:pt x="3200400" y="7620"/>
                </a:lnTo>
                <a:lnTo>
                  <a:pt x="0" y="7620"/>
                </a:lnTo>
                <a:lnTo>
                  <a:pt x="0" y="0"/>
                </a:lnTo>
                <a:close/>
              </a:path>
            </a:pathLst>
          </a:custGeom>
          <a:solidFill>
            <a:srgbClr val="364153"/>
          </a:solidFill>
          <a:ln/>
        </p:spPr>
      </p:sp>
      <p:sp>
        <p:nvSpPr>
          <p:cNvPr id="42" name="Text 40"/>
          <p:cNvSpPr/>
          <p:nvPr/>
        </p:nvSpPr>
        <p:spPr>
          <a:xfrm>
            <a:off x="8310562" y="4846202"/>
            <a:ext cx="3343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✓ WORKING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88620" y="5653922"/>
            <a:ext cx="11416665" cy="1005840"/>
          </a:xfrm>
          <a:custGeom>
            <a:avLst/>
            <a:gdLst/>
            <a:ahLst/>
            <a:cxnLst/>
            <a:rect l="l" t="t" r="r" b="b"/>
            <a:pathLst>
              <a:path w="11416665" h="1005840">
                <a:moveTo>
                  <a:pt x="0" y="0"/>
                </a:moveTo>
                <a:lnTo>
                  <a:pt x="11416665" y="0"/>
                </a:lnTo>
                <a:lnTo>
                  <a:pt x="11416665" y="1005840"/>
                </a:lnTo>
                <a:lnTo>
                  <a:pt x="0" y="100584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DFF00">
                  <a:alpha val="20000"/>
                </a:srgbClr>
              </a:gs>
              <a:gs pos="50000">
                <a:srgbClr val="00CCFF">
                  <a:alpha val="20000"/>
                </a:srgbClr>
              </a:gs>
              <a:gs pos="100000">
                <a:srgbClr val="01FF88">
                  <a:alpha val="20000"/>
                </a:srgbClr>
              </a:gs>
            </a:gsLst>
            <a:lin ang="0" scaled="1"/>
          </a:gradFill>
          <a:ln w="20320">
            <a:solidFill>
              <a:srgbClr val="DDFF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3890" y="592812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5" name="Text 43"/>
          <p:cNvSpPr/>
          <p:nvPr/>
        </p:nvSpPr>
        <p:spPr>
          <a:xfrm>
            <a:off x="1386840" y="5852043"/>
            <a:ext cx="4752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Prototype Status: </a:t>
            </a:r>
            <a:r>
              <a:rPr lang="en-US" sz="1800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FULLY FUNCTIONAL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386840" y="6194822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core components tested and validated with real-world data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894795" y="5909072"/>
            <a:ext cx="1657350" cy="495300"/>
          </a:xfrm>
          <a:custGeom>
            <a:avLst/>
            <a:gdLst/>
            <a:ahLst/>
            <a:cxnLst/>
            <a:rect l="l" t="t" r="r" b="b"/>
            <a:pathLst>
              <a:path w="1657350" h="495300">
                <a:moveTo>
                  <a:pt x="0" y="0"/>
                </a:moveTo>
                <a:lnTo>
                  <a:pt x="1657350" y="0"/>
                </a:lnTo>
                <a:lnTo>
                  <a:pt x="1657350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8" name="Text 46"/>
          <p:cNvSpPr/>
          <p:nvPr/>
        </p:nvSpPr>
        <p:spPr>
          <a:xfrm>
            <a:off x="10147690" y="6015754"/>
            <a:ext cx="1354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 READY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671323" y="6172200"/>
            <a:ext cx="1171575" cy="381000"/>
          </a:xfrm>
          <a:custGeom>
            <a:avLst/>
            <a:gdLst/>
            <a:ahLst/>
            <a:cxnLst/>
            <a:rect l="l" t="t" r="r" b="b"/>
            <a:pathLst>
              <a:path w="1171575" h="381000">
                <a:moveTo>
                  <a:pt x="0" y="0"/>
                </a:moveTo>
                <a:lnTo>
                  <a:pt x="1171575" y="0"/>
                </a:lnTo>
                <a:lnTo>
                  <a:pt x="11715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0" name="Text 48"/>
          <p:cNvSpPr/>
          <p:nvPr/>
        </p:nvSpPr>
        <p:spPr>
          <a:xfrm>
            <a:off x="10841539" y="6248400"/>
            <a:ext cx="99375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PROTOTYPE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b426b5b5d3077bde1e51e8ea830e01a66d36472c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83" r="18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/>
              </a:gs>
              <a:gs pos="50000">
                <a:srgbClr val="000000">
                  <a:alpha val="90000"/>
                </a:srgbClr>
              </a:gs>
              <a:gs pos="100000">
                <a:srgbClr val="000000">
                  <a:alpha val="70000"/>
                </a:srgbClr>
              </a:gs>
            </a:gsLst>
            <a:lin ang="162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0964217" y="6172200"/>
            <a:ext cx="885825" cy="381000"/>
          </a:xfrm>
          <a:custGeom>
            <a:avLst/>
            <a:gdLst/>
            <a:ahLst/>
            <a:cxnLst/>
            <a:rect l="l" t="t" r="r" b="b"/>
            <a:pathLst>
              <a:path w="885825" h="381000">
                <a:moveTo>
                  <a:pt x="0" y="0"/>
                </a:moveTo>
                <a:lnTo>
                  <a:pt x="885825" y="0"/>
                </a:lnTo>
                <a:lnTo>
                  <a:pt x="88582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11134433" y="6248400"/>
            <a:ext cx="70086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381000"/>
            <a:ext cx="11658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Future Scope: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Next-Generation Features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14097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8" name="Shape 5"/>
          <p:cNvSpPr/>
          <p:nvPr/>
        </p:nvSpPr>
        <p:spPr>
          <a:xfrm>
            <a:off x="400050" y="167640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0" y="0"/>
                </a:moveTo>
                <a:lnTo>
                  <a:pt x="5581650" y="0"/>
                </a:lnTo>
                <a:lnTo>
                  <a:pt x="55816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>
              <a:alpha val="9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00050" y="16764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0" name="Shape 7"/>
          <p:cNvSpPr/>
          <p:nvPr/>
        </p:nvSpPr>
        <p:spPr>
          <a:xfrm>
            <a:off x="6096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1" name="Shape 8"/>
          <p:cNvSpPr/>
          <p:nvPr/>
        </p:nvSpPr>
        <p:spPr>
          <a:xfrm>
            <a:off x="762000" y="2019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584" y="0"/>
                </a:moveTo>
                <a:cubicBezTo>
                  <a:pt x="172611" y="0"/>
                  <a:pt x="228600" y="55989"/>
                  <a:pt x="228600" y="125016"/>
                </a:cubicBezTo>
                <a:cubicBezTo>
                  <a:pt x="228600" y="130954"/>
                  <a:pt x="223823" y="135731"/>
                  <a:pt x="217884" y="135731"/>
                </a:cubicBezTo>
                <a:cubicBezTo>
                  <a:pt x="211946" y="135731"/>
                  <a:pt x="207169" y="130954"/>
                  <a:pt x="207169" y="125016"/>
                </a:cubicBezTo>
                <a:cubicBezTo>
                  <a:pt x="207169" y="67821"/>
                  <a:pt x="160779" y="21431"/>
                  <a:pt x="103584" y="21431"/>
                </a:cubicBezTo>
                <a:cubicBezTo>
                  <a:pt x="97646" y="21431"/>
                  <a:pt x="92869" y="16654"/>
                  <a:pt x="92869" y="10716"/>
                </a:cubicBezTo>
                <a:cubicBezTo>
                  <a:pt x="92869" y="4777"/>
                  <a:pt x="97646" y="0"/>
                  <a:pt x="103584" y="0"/>
                </a:cubicBezTo>
                <a:close/>
                <a:moveTo>
                  <a:pt x="92869" y="53578"/>
                </a:moveTo>
                <a:cubicBezTo>
                  <a:pt x="92869" y="47640"/>
                  <a:pt x="97646" y="42863"/>
                  <a:pt x="103584" y="42863"/>
                </a:cubicBezTo>
                <a:cubicBezTo>
                  <a:pt x="148947" y="42863"/>
                  <a:pt x="185738" y="79653"/>
                  <a:pt x="185738" y="125016"/>
                </a:cubicBezTo>
                <a:cubicBezTo>
                  <a:pt x="185738" y="130954"/>
                  <a:pt x="180960" y="135731"/>
                  <a:pt x="175022" y="135731"/>
                </a:cubicBezTo>
                <a:cubicBezTo>
                  <a:pt x="169084" y="135731"/>
                  <a:pt x="164306" y="130954"/>
                  <a:pt x="164306" y="125016"/>
                </a:cubicBezTo>
                <a:cubicBezTo>
                  <a:pt x="164306" y="91485"/>
                  <a:pt x="137115" y="64294"/>
                  <a:pt x="103584" y="64294"/>
                </a:cubicBezTo>
                <a:cubicBezTo>
                  <a:pt x="97646" y="64294"/>
                  <a:pt x="92869" y="59516"/>
                  <a:pt x="92869" y="53578"/>
                </a:cubicBezTo>
                <a:close/>
                <a:moveTo>
                  <a:pt x="11787" y="63713"/>
                </a:moveTo>
                <a:cubicBezTo>
                  <a:pt x="15716" y="55721"/>
                  <a:pt x="26253" y="54828"/>
                  <a:pt x="32549" y="61124"/>
                </a:cubicBezTo>
                <a:lnTo>
                  <a:pt x="89922" y="118497"/>
                </a:lnTo>
                <a:lnTo>
                  <a:pt x="104209" y="104209"/>
                </a:lnTo>
                <a:cubicBezTo>
                  <a:pt x="109791" y="98628"/>
                  <a:pt x="118854" y="98628"/>
                  <a:pt x="124435" y="104209"/>
                </a:cubicBezTo>
                <a:cubicBezTo>
                  <a:pt x="130016" y="109791"/>
                  <a:pt x="130016" y="118854"/>
                  <a:pt x="124435" y="124435"/>
                </a:cubicBezTo>
                <a:lnTo>
                  <a:pt x="110148" y="138723"/>
                </a:lnTo>
                <a:lnTo>
                  <a:pt x="167521" y="196096"/>
                </a:lnTo>
                <a:cubicBezTo>
                  <a:pt x="173816" y="202391"/>
                  <a:pt x="172879" y="212884"/>
                  <a:pt x="164931" y="216857"/>
                </a:cubicBezTo>
                <a:cubicBezTo>
                  <a:pt x="149662" y="224403"/>
                  <a:pt x="132517" y="228645"/>
                  <a:pt x="114345" y="228645"/>
                </a:cubicBezTo>
                <a:cubicBezTo>
                  <a:pt x="51212" y="228645"/>
                  <a:pt x="45" y="177478"/>
                  <a:pt x="45" y="114345"/>
                </a:cubicBezTo>
                <a:cubicBezTo>
                  <a:pt x="45" y="96173"/>
                  <a:pt x="4286" y="78983"/>
                  <a:pt x="11832" y="63758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2" name="Text 9"/>
          <p:cNvSpPr/>
          <p:nvPr/>
        </p:nvSpPr>
        <p:spPr>
          <a:xfrm>
            <a:off x="1295400" y="1981200"/>
            <a:ext cx="2990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Real-Time API Integration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9600" y="25146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 to live traffic data sources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9600" y="2819400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Maps, Waze, municipal sensors, connected vehicles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00050" y="335280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0" y="0"/>
                </a:moveTo>
                <a:lnTo>
                  <a:pt x="5581650" y="0"/>
                </a:lnTo>
                <a:lnTo>
                  <a:pt x="55816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>
              <a:alpha val="9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00050" y="33528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7" name="Shape 14"/>
          <p:cNvSpPr/>
          <p:nvPr/>
        </p:nvSpPr>
        <p:spPr>
          <a:xfrm>
            <a:off x="609600" y="3543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18" name="Shape 15"/>
          <p:cNvSpPr/>
          <p:nvPr/>
        </p:nvSpPr>
        <p:spPr>
          <a:xfrm>
            <a:off x="804863" y="369570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28575" y="-14287"/>
                </a:moveTo>
                <a:cubicBezTo>
                  <a:pt x="12814" y="-14287"/>
                  <a:pt x="0" y="-1473"/>
                  <a:pt x="0" y="14288"/>
                </a:cubicBezTo>
                <a:lnTo>
                  <a:pt x="0" y="171450"/>
                </a:lnTo>
                <a:cubicBezTo>
                  <a:pt x="0" y="210919"/>
                  <a:pt x="31968" y="242888"/>
                  <a:pt x="71438" y="242888"/>
                </a:cubicBezTo>
                <a:cubicBezTo>
                  <a:pt x="110907" y="242888"/>
                  <a:pt x="142875" y="210919"/>
                  <a:pt x="142875" y="171450"/>
                </a:cubicBezTo>
                <a:lnTo>
                  <a:pt x="142875" y="14288"/>
                </a:lnTo>
                <a:cubicBezTo>
                  <a:pt x="142875" y="-1473"/>
                  <a:pt x="130061" y="-14287"/>
                  <a:pt x="114300" y="-14287"/>
                </a:cubicBezTo>
                <a:lnTo>
                  <a:pt x="28575" y="-14287"/>
                </a:lnTo>
                <a:close/>
                <a:moveTo>
                  <a:pt x="71438" y="160734"/>
                </a:moveTo>
                <a:cubicBezTo>
                  <a:pt x="85234" y="160734"/>
                  <a:pt x="96441" y="171941"/>
                  <a:pt x="96441" y="185738"/>
                </a:cubicBezTo>
                <a:cubicBezTo>
                  <a:pt x="96441" y="199534"/>
                  <a:pt x="85234" y="210741"/>
                  <a:pt x="71438" y="210741"/>
                </a:cubicBezTo>
                <a:cubicBezTo>
                  <a:pt x="57641" y="210741"/>
                  <a:pt x="46434" y="199534"/>
                  <a:pt x="46434" y="185738"/>
                </a:cubicBezTo>
                <a:cubicBezTo>
                  <a:pt x="46434" y="171941"/>
                  <a:pt x="57641" y="160734"/>
                  <a:pt x="71438" y="160734"/>
                </a:cubicBezTo>
                <a:close/>
                <a:moveTo>
                  <a:pt x="96441" y="114300"/>
                </a:moveTo>
                <a:cubicBezTo>
                  <a:pt x="96441" y="128100"/>
                  <a:pt x="85237" y="139303"/>
                  <a:pt x="71438" y="139303"/>
                </a:cubicBezTo>
                <a:cubicBezTo>
                  <a:pt x="57638" y="139303"/>
                  <a:pt x="46434" y="128100"/>
                  <a:pt x="46434" y="114300"/>
                </a:cubicBezTo>
                <a:cubicBezTo>
                  <a:pt x="46434" y="100500"/>
                  <a:pt x="57638" y="89297"/>
                  <a:pt x="71438" y="89297"/>
                </a:cubicBezTo>
                <a:cubicBezTo>
                  <a:pt x="85237" y="89297"/>
                  <a:pt x="96441" y="100500"/>
                  <a:pt x="96441" y="114300"/>
                </a:cubicBezTo>
                <a:close/>
                <a:moveTo>
                  <a:pt x="71438" y="67866"/>
                </a:moveTo>
                <a:cubicBezTo>
                  <a:pt x="57638" y="67866"/>
                  <a:pt x="46434" y="56662"/>
                  <a:pt x="46434" y="42863"/>
                </a:cubicBezTo>
                <a:cubicBezTo>
                  <a:pt x="46434" y="29063"/>
                  <a:pt x="57638" y="17859"/>
                  <a:pt x="71438" y="17859"/>
                </a:cubicBezTo>
                <a:cubicBezTo>
                  <a:pt x="85237" y="17859"/>
                  <a:pt x="96441" y="29063"/>
                  <a:pt x="96441" y="42863"/>
                </a:cubicBezTo>
                <a:cubicBezTo>
                  <a:pt x="96441" y="56662"/>
                  <a:pt x="85237" y="67866"/>
                  <a:pt x="71438" y="67866"/>
                </a:cubicBez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9" name="Text 16"/>
          <p:cNvSpPr/>
          <p:nvPr/>
        </p:nvSpPr>
        <p:spPr>
          <a:xfrm>
            <a:off x="1295400" y="3657600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CC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Smart Traffic Lights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9600" y="41910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AI-controlled signal optimization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09600" y="4495800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timing based on predicted flow, reduce wait times by 30%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400050" y="502920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0" y="0"/>
                </a:moveTo>
                <a:lnTo>
                  <a:pt x="5581650" y="0"/>
                </a:lnTo>
                <a:lnTo>
                  <a:pt x="55816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>
              <a:alpha val="90196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400050" y="50292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24" name="Shape 21"/>
          <p:cNvSpPr/>
          <p:nvPr/>
        </p:nvSpPr>
        <p:spPr>
          <a:xfrm>
            <a:off x="609600" y="5219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25" name="Shape 22"/>
          <p:cNvSpPr/>
          <p:nvPr/>
        </p:nvSpPr>
        <p:spPr>
          <a:xfrm>
            <a:off x="747713" y="5372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42863" y="28575"/>
                </a:moveTo>
                <a:cubicBezTo>
                  <a:pt x="27102" y="28575"/>
                  <a:pt x="14288" y="41389"/>
                  <a:pt x="14288" y="57150"/>
                </a:cubicBezTo>
                <a:lnTo>
                  <a:pt x="14288" y="171450"/>
                </a:lnTo>
                <a:cubicBezTo>
                  <a:pt x="14288" y="187211"/>
                  <a:pt x="27102" y="200025"/>
                  <a:pt x="42863" y="200025"/>
                </a:cubicBezTo>
                <a:lnTo>
                  <a:pt x="157163" y="200025"/>
                </a:lnTo>
                <a:cubicBezTo>
                  <a:pt x="172923" y="200025"/>
                  <a:pt x="185738" y="187211"/>
                  <a:pt x="185738" y="171450"/>
                </a:cubicBezTo>
                <a:lnTo>
                  <a:pt x="185738" y="57150"/>
                </a:lnTo>
                <a:cubicBezTo>
                  <a:pt x="185738" y="41389"/>
                  <a:pt x="172923" y="28575"/>
                  <a:pt x="157163" y="28575"/>
                </a:cubicBezTo>
                <a:lnTo>
                  <a:pt x="42863" y="28575"/>
                </a:lnTo>
                <a:close/>
                <a:moveTo>
                  <a:pt x="207169" y="150019"/>
                </a:moveTo>
                <a:lnTo>
                  <a:pt x="239985" y="176272"/>
                </a:lnTo>
                <a:cubicBezTo>
                  <a:pt x="241861" y="177790"/>
                  <a:pt x="244182" y="178594"/>
                  <a:pt x="246593" y="178594"/>
                </a:cubicBezTo>
                <a:cubicBezTo>
                  <a:pt x="252442" y="178594"/>
                  <a:pt x="257175" y="173861"/>
                  <a:pt x="257175" y="168012"/>
                </a:cubicBezTo>
                <a:lnTo>
                  <a:pt x="257175" y="60588"/>
                </a:lnTo>
                <a:cubicBezTo>
                  <a:pt x="257175" y="54739"/>
                  <a:pt x="252442" y="50006"/>
                  <a:pt x="246593" y="50006"/>
                </a:cubicBezTo>
                <a:cubicBezTo>
                  <a:pt x="244182" y="50006"/>
                  <a:pt x="241861" y="50810"/>
                  <a:pt x="239985" y="52328"/>
                </a:cubicBezTo>
                <a:lnTo>
                  <a:pt x="207169" y="78581"/>
                </a:lnTo>
                <a:lnTo>
                  <a:pt x="207169" y="150019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6" name="Text 23"/>
          <p:cNvSpPr/>
          <p:nvPr/>
        </p:nvSpPr>
        <p:spPr>
          <a:xfrm>
            <a:off x="1295400" y="5334000"/>
            <a:ext cx="2276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FF88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 Camera Analysis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09600" y="58674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Computer vision for incident detection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09600" y="6172200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Accidents, roadwork, illegal parking - automatic alerts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229350" y="1676400"/>
            <a:ext cx="5581650" cy="1524000"/>
          </a:xfrm>
          <a:custGeom>
            <a:avLst/>
            <a:gdLst/>
            <a:ahLst/>
            <a:cxnLst/>
            <a:rect l="l" t="t" r="r" b="b"/>
            <a:pathLst>
              <a:path w="5581650" h="1524000">
                <a:moveTo>
                  <a:pt x="0" y="0"/>
                </a:moveTo>
                <a:lnTo>
                  <a:pt x="5581650" y="0"/>
                </a:lnTo>
                <a:lnTo>
                  <a:pt x="558165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1A1A1A">
              <a:alpha val="90196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229350" y="16764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1" name="Shape 28"/>
          <p:cNvSpPr/>
          <p:nvPr/>
        </p:nvSpPr>
        <p:spPr>
          <a:xfrm>
            <a:off x="6438900" y="1866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2" name="Shape 29"/>
          <p:cNvSpPr/>
          <p:nvPr/>
        </p:nvSpPr>
        <p:spPr>
          <a:xfrm>
            <a:off x="6577013" y="20193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42875" y="0"/>
                </a:moveTo>
                <a:cubicBezTo>
                  <a:pt x="127114" y="0"/>
                  <a:pt x="114300" y="12814"/>
                  <a:pt x="114300" y="28575"/>
                </a:cubicBezTo>
                <a:lnTo>
                  <a:pt x="114300" y="42863"/>
                </a:lnTo>
                <a:lnTo>
                  <a:pt x="92869" y="42863"/>
                </a:lnTo>
                <a:lnTo>
                  <a:pt x="92869" y="10716"/>
                </a:lnTo>
                <a:cubicBezTo>
                  <a:pt x="92869" y="4777"/>
                  <a:pt x="88091" y="0"/>
                  <a:pt x="82153" y="0"/>
                </a:cubicBezTo>
                <a:cubicBezTo>
                  <a:pt x="76215" y="0"/>
                  <a:pt x="71438" y="4777"/>
                  <a:pt x="71438" y="10716"/>
                </a:cubicBezTo>
                <a:lnTo>
                  <a:pt x="71438" y="42863"/>
                </a:lnTo>
                <a:lnTo>
                  <a:pt x="42863" y="42863"/>
                </a:lnTo>
                <a:lnTo>
                  <a:pt x="42863" y="10716"/>
                </a:lnTo>
                <a:cubicBezTo>
                  <a:pt x="42863" y="4777"/>
                  <a:pt x="38085" y="0"/>
                  <a:pt x="32147" y="0"/>
                </a:cubicBezTo>
                <a:cubicBezTo>
                  <a:pt x="26209" y="0"/>
                  <a:pt x="21431" y="4777"/>
                  <a:pt x="21431" y="10716"/>
                </a:cubicBezTo>
                <a:lnTo>
                  <a:pt x="21431" y="43755"/>
                </a:lnTo>
                <a:cubicBezTo>
                  <a:pt x="9108" y="46926"/>
                  <a:pt x="0" y="58132"/>
                  <a:pt x="0" y="71438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228600" y="228600"/>
                </a:lnTo>
                <a:cubicBezTo>
                  <a:pt x="244361" y="228600"/>
                  <a:pt x="257175" y="215786"/>
                  <a:pt x="257175" y="200025"/>
                </a:cubicBezTo>
                <a:lnTo>
                  <a:pt x="257175" y="114300"/>
                </a:lnTo>
                <a:cubicBezTo>
                  <a:pt x="257175" y="98539"/>
                  <a:pt x="244361" y="85725"/>
                  <a:pt x="228600" y="85725"/>
                </a:cubicBezTo>
                <a:lnTo>
                  <a:pt x="200025" y="85725"/>
                </a:lnTo>
                <a:lnTo>
                  <a:pt x="200025" y="28575"/>
                </a:lnTo>
                <a:cubicBezTo>
                  <a:pt x="200025" y="12814"/>
                  <a:pt x="187211" y="0"/>
                  <a:pt x="171450" y="0"/>
                </a:cubicBezTo>
                <a:lnTo>
                  <a:pt x="142875" y="0"/>
                </a:lnTo>
                <a:close/>
                <a:moveTo>
                  <a:pt x="171450" y="50006"/>
                </a:moveTo>
                <a:lnTo>
                  <a:pt x="171450" y="64294"/>
                </a:lnTo>
                <a:cubicBezTo>
                  <a:pt x="171450" y="68223"/>
                  <a:pt x="168235" y="71438"/>
                  <a:pt x="164306" y="71438"/>
                </a:cubicBezTo>
                <a:lnTo>
                  <a:pt x="150019" y="71438"/>
                </a:lnTo>
                <a:cubicBezTo>
                  <a:pt x="146090" y="71438"/>
                  <a:pt x="142875" y="68223"/>
                  <a:pt x="142875" y="64294"/>
                </a:cubicBezTo>
                <a:lnTo>
                  <a:pt x="142875" y="50006"/>
                </a:lnTo>
                <a:cubicBezTo>
                  <a:pt x="142875" y="46077"/>
                  <a:pt x="146090" y="42863"/>
                  <a:pt x="150019" y="42863"/>
                </a:cubicBezTo>
                <a:lnTo>
                  <a:pt x="164306" y="42863"/>
                </a:lnTo>
                <a:cubicBezTo>
                  <a:pt x="168235" y="42863"/>
                  <a:pt x="171450" y="46077"/>
                  <a:pt x="171450" y="50006"/>
                </a:cubicBezTo>
                <a:close/>
                <a:moveTo>
                  <a:pt x="164306" y="85725"/>
                </a:moveTo>
                <a:cubicBezTo>
                  <a:pt x="168235" y="85725"/>
                  <a:pt x="171450" y="88940"/>
                  <a:pt x="171450" y="92869"/>
                </a:cubicBezTo>
                <a:lnTo>
                  <a:pt x="171450" y="107156"/>
                </a:lnTo>
                <a:cubicBezTo>
                  <a:pt x="171450" y="111085"/>
                  <a:pt x="168235" y="114300"/>
                  <a:pt x="164306" y="114300"/>
                </a:cubicBezTo>
                <a:lnTo>
                  <a:pt x="150019" y="114300"/>
                </a:lnTo>
                <a:cubicBezTo>
                  <a:pt x="146090" y="114300"/>
                  <a:pt x="142875" y="111085"/>
                  <a:pt x="142875" y="107156"/>
                </a:cubicBezTo>
                <a:lnTo>
                  <a:pt x="142875" y="92869"/>
                </a:lnTo>
                <a:cubicBezTo>
                  <a:pt x="142875" y="88940"/>
                  <a:pt x="146090" y="85725"/>
                  <a:pt x="150019" y="85725"/>
                </a:cubicBezTo>
                <a:lnTo>
                  <a:pt x="164306" y="85725"/>
                </a:lnTo>
                <a:close/>
                <a:moveTo>
                  <a:pt x="171450" y="135731"/>
                </a:moveTo>
                <a:lnTo>
                  <a:pt x="171450" y="150019"/>
                </a:lnTo>
                <a:cubicBezTo>
                  <a:pt x="171450" y="153948"/>
                  <a:pt x="168235" y="157163"/>
                  <a:pt x="164306" y="157163"/>
                </a:cubicBezTo>
                <a:lnTo>
                  <a:pt x="150019" y="157163"/>
                </a:lnTo>
                <a:cubicBezTo>
                  <a:pt x="146090" y="157163"/>
                  <a:pt x="142875" y="153948"/>
                  <a:pt x="142875" y="150019"/>
                </a:cubicBezTo>
                <a:lnTo>
                  <a:pt x="142875" y="135731"/>
                </a:lnTo>
                <a:cubicBezTo>
                  <a:pt x="142875" y="131802"/>
                  <a:pt x="146090" y="128588"/>
                  <a:pt x="150019" y="128588"/>
                </a:cubicBezTo>
                <a:lnTo>
                  <a:pt x="164306" y="128588"/>
                </a:lnTo>
                <a:cubicBezTo>
                  <a:pt x="168235" y="128588"/>
                  <a:pt x="171450" y="131802"/>
                  <a:pt x="171450" y="135731"/>
                </a:cubicBezTo>
                <a:close/>
                <a:moveTo>
                  <a:pt x="221456" y="128588"/>
                </a:moveTo>
                <a:cubicBezTo>
                  <a:pt x="225385" y="128588"/>
                  <a:pt x="228600" y="131802"/>
                  <a:pt x="228600" y="135731"/>
                </a:cubicBezTo>
                <a:lnTo>
                  <a:pt x="228600" y="150019"/>
                </a:lnTo>
                <a:cubicBezTo>
                  <a:pt x="228600" y="153948"/>
                  <a:pt x="225385" y="157163"/>
                  <a:pt x="221456" y="157163"/>
                </a:cubicBezTo>
                <a:lnTo>
                  <a:pt x="207169" y="157163"/>
                </a:lnTo>
                <a:cubicBezTo>
                  <a:pt x="203240" y="157163"/>
                  <a:pt x="200025" y="153948"/>
                  <a:pt x="200025" y="150019"/>
                </a:cubicBezTo>
                <a:lnTo>
                  <a:pt x="200025" y="135731"/>
                </a:lnTo>
                <a:cubicBezTo>
                  <a:pt x="200025" y="131802"/>
                  <a:pt x="203240" y="128588"/>
                  <a:pt x="207169" y="128588"/>
                </a:cubicBezTo>
                <a:lnTo>
                  <a:pt x="221456" y="128588"/>
                </a:lnTo>
                <a:close/>
                <a:moveTo>
                  <a:pt x="114300" y="135731"/>
                </a:moveTo>
                <a:lnTo>
                  <a:pt x="114300" y="150019"/>
                </a:lnTo>
                <a:cubicBezTo>
                  <a:pt x="114300" y="153948"/>
                  <a:pt x="111085" y="157163"/>
                  <a:pt x="107156" y="157163"/>
                </a:cubicBezTo>
                <a:lnTo>
                  <a:pt x="92869" y="157163"/>
                </a:lnTo>
                <a:cubicBezTo>
                  <a:pt x="88940" y="157163"/>
                  <a:pt x="85725" y="153948"/>
                  <a:pt x="85725" y="150019"/>
                </a:cubicBezTo>
                <a:lnTo>
                  <a:pt x="85725" y="135731"/>
                </a:lnTo>
                <a:cubicBezTo>
                  <a:pt x="85725" y="131802"/>
                  <a:pt x="88940" y="128588"/>
                  <a:pt x="92869" y="128588"/>
                </a:cubicBezTo>
                <a:lnTo>
                  <a:pt x="107156" y="128588"/>
                </a:lnTo>
                <a:cubicBezTo>
                  <a:pt x="111085" y="128588"/>
                  <a:pt x="114300" y="131802"/>
                  <a:pt x="114300" y="135731"/>
                </a:cubicBezTo>
                <a:close/>
                <a:moveTo>
                  <a:pt x="107156" y="85725"/>
                </a:moveTo>
                <a:cubicBezTo>
                  <a:pt x="111085" y="85725"/>
                  <a:pt x="114300" y="88940"/>
                  <a:pt x="114300" y="92869"/>
                </a:cubicBezTo>
                <a:lnTo>
                  <a:pt x="114300" y="107156"/>
                </a:lnTo>
                <a:cubicBezTo>
                  <a:pt x="114300" y="111085"/>
                  <a:pt x="111085" y="114300"/>
                  <a:pt x="107156" y="114300"/>
                </a:cubicBezTo>
                <a:lnTo>
                  <a:pt x="92869" y="114300"/>
                </a:lnTo>
                <a:cubicBezTo>
                  <a:pt x="88940" y="114300"/>
                  <a:pt x="85725" y="111085"/>
                  <a:pt x="85725" y="107156"/>
                </a:cubicBezTo>
                <a:lnTo>
                  <a:pt x="85725" y="92869"/>
                </a:lnTo>
                <a:cubicBezTo>
                  <a:pt x="85725" y="88940"/>
                  <a:pt x="88940" y="85725"/>
                  <a:pt x="92869" y="85725"/>
                </a:cubicBezTo>
                <a:lnTo>
                  <a:pt x="107156" y="85725"/>
                </a:lnTo>
                <a:close/>
                <a:moveTo>
                  <a:pt x="57150" y="135731"/>
                </a:moveTo>
                <a:lnTo>
                  <a:pt x="57150" y="150019"/>
                </a:lnTo>
                <a:cubicBezTo>
                  <a:pt x="57150" y="153948"/>
                  <a:pt x="53935" y="157163"/>
                  <a:pt x="50006" y="157163"/>
                </a:cubicBezTo>
                <a:lnTo>
                  <a:pt x="35719" y="157163"/>
                </a:lnTo>
                <a:cubicBezTo>
                  <a:pt x="31790" y="157163"/>
                  <a:pt x="28575" y="153948"/>
                  <a:pt x="28575" y="150019"/>
                </a:cubicBezTo>
                <a:lnTo>
                  <a:pt x="28575" y="135731"/>
                </a:lnTo>
                <a:cubicBezTo>
                  <a:pt x="28575" y="131802"/>
                  <a:pt x="31790" y="128588"/>
                  <a:pt x="35719" y="128588"/>
                </a:cubicBezTo>
                <a:lnTo>
                  <a:pt x="50006" y="128588"/>
                </a:lnTo>
                <a:cubicBezTo>
                  <a:pt x="53935" y="128588"/>
                  <a:pt x="57150" y="131802"/>
                  <a:pt x="57150" y="135731"/>
                </a:cubicBezTo>
                <a:close/>
                <a:moveTo>
                  <a:pt x="50006" y="85725"/>
                </a:moveTo>
                <a:cubicBezTo>
                  <a:pt x="53935" y="85725"/>
                  <a:pt x="57150" y="88940"/>
                  <a:pt x="57150" y="92869"/>
                </a:cubicBezTo>
                <a:lnTo>
                  <a:pt x="57150" y="107156"/>
                </a:lnTo>
                <a:cubicBezTo>
                  <a:pt x="57150" y="111085"/>
                  <a:pt x="53935" y="114300"/>
                  <a:pt x="50006" y="114300"/>
                </a:cubicBezTo>
                <a:lnTo>
                  <a:pt x="35719" y="114300"/>
                </a:lnTo>
                <a:cubicBezTo>
                  <a:pt x="31790" y="114300"/>
                  <a:pt x="28575" y="111085"/>
                  <a:pt x="28575" y="107156"/>
                </a:cubicBezTo>
                <a:lnTo>
                  <a:pt x="28575" y="92869"/>
                </a:lnTo>
                <a:cubicBezTo>
                  <a:pt x="28575" y="88940"/>
                  <a:pt x="31790" y="85725"/>
                  <a:pt x="35719" y="85725"/>
                </a:cubicBezTo>
                <a:lnTo>
                  <a:pt x="50006" y="85725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33" name="Text 30"/>
          <p:cNvSpPr/>
          <p:nvPr/>
        </p:nvSpPr>
        <p:spPr>
          <a:xfrm>
            <a:off x="7124700" y="1981200"/>
            <a:ext cx="2676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Smart City Deployment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438900" y="25146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City-wide intelligent transportation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6438900" y="2819400"/>
            <a:ext cx="5248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Integration with public transit, parking, emergency services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217920" y="3360420"/>
            <a:ext cx="5587365" cy="2339340"/>
          </a:xfrm>
          <a:custGeom>
            <a:avLst/>
            <a:gdLst/>
            <a:ahLst/>
            <a:cxnLst/>
            <a:rect l="l" t="t" r="r" b="b"/>
            <a:pathLst>
              <a:path w="5587365" h="2339340">
                <a:moveTo>
                  <a:pt x="0" y="0"/>
                </a:moveTo>
                <a:lnTo>
                  <a:pt x="5587365" y="0"/>
                </a:lnTo>
                <a:lnTo>
                  <a:pt x="5587365" y="2339340"/>
                </a:lnTo>
                <a:lnTo>
                  <a:pt x="0" y="233934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DFF00">
                  <a:alpha val="30000"/>
                </a:srgbClr>
              </a:gs>
              <a:gs pos="100000">
                <a:srgbClr val="00CCFF">
                  <a:alpha val="30000"/>
                </a:srgbClr>
              </a:gs>
            </a:gsLst>
            <a:lin ang="2700000" scaled="1"/>
          </a:gradFill>
          <a:ln w="20320">
            <a:solidFill>
              <a:srgbClr val="DDFF0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82715" y="363474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8" name="Text 35"/>
          <p:cNvSpPr/>
          <p:nvPr/>
        </p:nvSpPr>
        <p:spPr>
          <a:xfrm>
            <a:off x="6825615" y="3596641"/>
            <a:ext cx="4857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Roadmap Timeline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454140" y="405372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0" y="0"/>
                </a:moveTo>
                <a:lnTo>
                  <a:pt x="762000" y="0"/>
                </a:lnTo>
                <a:lnTo>
                  <a:pt x="7620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0" name="Text 37"/>
          <p:cNvSpPr/>
          <p:nvPr/>
        </p:nvSpPr>
        <p:spPr>
          <a:xfrm>
            <a:off x="6420803" y="4053720"/>
            <a:ext cx="828675" cy="266700"/>
          </a:xfrm>
          <a:prstGeom prst="rect">
            <a:avLst/>
          </a:prstGeom>
          <a:noFill/>
          <a:ln/>
        </p:spPr>
        <p:txBody>
          <a:bodyPr wrap="square" lIns="0" tIns="38100" rIns="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Q1 2025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7330440" y="407277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API integration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454140" y="443472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0" y="0"/>
                </a:moveTo>
                <a:lnTo>
                  <a:pt x="762000" y="0"/>
                </a:lnTo>
                <a:lnTo>
                  <a:pt x="7620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43" name="Text 40"/>
          <p:cNvSpPr/>
          <p:nvPr/>
        </p:nvSpPr>
        <p:spPr>
          <a:xfrm>
            <a:off x="6420803" y="4434720"/>
            <a:ext cx="828675" cy="266700"/>
          </a:xfrm>
          <a:prstGeom prst="rect">
            <a:avLst/>
          </a:prstGeom>
          <a:noFill/>
          <a:ln/>
        </p:spPr>
        <p:txBody>
          <a:bodyPr wrap="square" lIns="0" tIns="38100" rIns="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 2025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7330440" y="445377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Smart traffic light pilot</a:t>
            </a:r>
            <a:endParaRPr lang="en-US" sz="1600" dirty="0"/>
          </a:p>
        </p:txBody>
      </p:sp>
      <p:sp>
        <p:nvSpPr>
          <p:cNvPr id="45" name="Shape 42"/>
          <p:cNvSpPr/>
          <p:nvPr/>
        </p:nvSpPr>
        <p:spPr>
          <a:xfrm>
            <a:off x="6454140" y="481572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0" y="0"/>
                </a:moveTo>
                <a:lnTo>
                  <a:pt x="762000" y="0"/>
                </a:lnTo>
                <a:lnTo>
                  <a:pt x="7620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46" name="Text 43"/>
          <p:cNvSpPr/>
          <p:nvPr/>
        </p:nvSpPr>
        <p:spPr>
          <a:xfrm>
            <a:off x="6420803" y="4815720"/>
            <a:ext cx="828675" cy="266700"/>
          </a:xfrm>
          <a:prstGeom prst="rect">
            <a:avLst/>
          </a:prstGeom>
          <a:noFill/>
          <a:ln/>
        </p:spPr>
        <p:txBody>
          <a:bodyPr wrap="square" lIns="0" tIns="38100" rIns="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Q3 2025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7330440" y="483477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camera deployment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454140" y="5196725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0" y="0"/>
                </a:moveTo>
                <a:lnTo>
                  <a:pt x="762000" y="0"/>
                </a:lnTo>
                <a:lnTo>
                  <a:pt x="7620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49" name="Text 46"/>
          <p:cNvSpPr/>
          <p:nvPr/>
        </p:nvSpPr>
        <p:spPr>
          <a:xfrm>
            <a:off x="6420803" y="5196725"/>
            <a:ext cx="828675" cy="266700"/>
          </a:xfrm>
          <a:prstGeom prst="rect">
            <a:avLst/>
          </a:prstGeom>
          <a:noFill/>
          <a:ln/>
        </p:spPr>
        <p:txBody>
          <a:bodyPr wrap="square" lIns="0" tIns="38100" rIns="0" bIns="3810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Q4 2025</a:t>
            </a:r>
            <a:endParaRPr lang="en-US" sz="1600" dirty="0"/>
          </a:p>
        </p:txBody>
      </p:sp>
      <p:sp>
        <p:nvSpPr>
          <p:cNvPr id="50" name="Text 47"/>
          <p:cNvSpPr/>
          <p:nvPr/>
        </p:nvSpPr>
        <p:spPr>
          <a:xfrm>
            <a:off x="7330440" y="5215775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city integration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6214110" y="5863471"/>
            <a:ext cx="5589270" cy="541020"/>
          </a:xfrm>
          <a:custGeom>
            <a:avLst/>
            <a:gdLst/>
            <a:ahLst/>
            <a:cxnLst/>
            <a:rect l="l" t="t" r="r" b="b"/>
            <a:pathLst>
              <a:path w="5589270" h="541020">
                <a:moveTo>
                  <a:pt x="0" y="0"/>
                </a:moveTo>
                <a:lnTo>
                  <a:pt x="5589270" y="0"/>
                </a:lnTo>
                <a:lnTo>
                  <a:pt x="5589270" y="541020"/>
                </a:lnTo>
                <a:lnTo>
                  <a:pt x="0" y="541020"/>
                </a:lnTo>
                <a:lnTo>
                  <a:pt x="0" y="0"/>
                </a:lnTo>
                <a:close/>
              </a:path>
            </a:pathLst>
          </a:custGeom>
          <a:solidFill>
            <a:srgbClr val="DDFF00">
              <a:alpha val="20000"/>
            </a:srgbClr>
          </a:solidFill>
          <a:ln w="10160">
            <a:solidFill>
              <a:srgbClr val="DDFF0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389370" y="60501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3" name="Text 50"/>
          <p:cNvSpPr/>
          <p:nvPr/>
        </p:nvSpPr>
        <p:spPr>
          <a:xfrm>
            <a:off x="6617970" y="6019679"/>
            <a:ext cx="510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Goal:</a:t>
            </a: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Transform urban mobility with AI-driven traffic intelligence by 2026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cc6b069440f5177c21856c8d957489298baf373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124" r="124"/>
          <a:stretch/>
        </p:blipFill>
        <p:spPr>
          <a:xfrm>
            <a:off x="0" y="0"/>
            <a:ext cx="12192000" cy="685973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9736"/>
          </a:xfrm>
          <a:custGeom>
            <a:avLst/>
            <a:gdLst/>
            <a:ahLst/>
            <a:cxnLst/>
            <a:rect l="l" t="t" r="r" b="b"/>
            <a:pathLst>
              <a:path w="12192000" h="6859736">
                <a:moveTo>
                  <a:pt x="0" y="0"/>
                </a:moveTo>
                <a:lnTo>
                  <a:pt x="12192000" y="0"/>
                </a:lnTo>
                <a:lnTo>
                  <a:pt x="12192000" y="6859736"/>
                </a:lnTo>
                <a:lnTo>
                  <a:pt x="0" y="685973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00000">
                  <a:alpha val="95000"/>
                </a:srgbClr>
              </a:gs>
              <a:gs pos="50000">
                <a:srgbClr val="000000">
                  <a:alpha val="85000"/>
                </a:srgbClr>
              </a:gs>
              <a:gs pos="100000">
                <a:srgbClr val="000000">
                  <a:alpha val="7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Shape 1"/>
          <p:cNvSpPr/>
          <p:nvPr/>
        </p:nvSpPr>
        <p:spPr>
          <a:xfrm>
            <a:off x="10734064" y="6193203"/>
            <a:ext cx="1129403" cy="370296"/>
          </a:xfrm>
          <a:custGeom>
            <a:avLst/>
            <a:gdLst/>
            <a:ahLst/>
            <a:cxnLst/>
            <a:rect l="l" t="t" r="r" b="b"/>
            <a:pathLst>
              <a:path w="1129403" h="370296">
                <a:moveTo>
                  <a:pt x="0" y="0"/>
                </a:moveTo>
                <a:lnTo>
                  <a:pt x="1129403" y="0"/>
                </a:lnTo>
                <a:lnTo>
                  <a:pt x="1129403" y="370296"/>
                </a:lnTo>
                <a:lnTo>
                  <a:pt x="0" y="370296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5" name="Text 2"/>
          <p:cNvSpPr/>
          <p:nvPr/>
        </p:nvSpPr>
        <p:spPr>
          <a:xfrm>
            <a:off x="10899498" y="6267262"/>
            <a:ext cx="948827" cy="214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66" b="1" dirty="0">
                <a:solidFill>
                  <a:srgbClr val="0000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504915" y="-93379"/>
            <a:ext cx="1184948" cy="74059"/>
          </a:xfrm>
          <a:custGeom>
            <a:avLst/>
            <a:gdLst/>
            <a:ahLst/>
            <a:cxnLst/>
            <a:rect l="l" t="t" r="r" b="b"/>
            <a:pathLst>
              <a:path w="1184948" h="74059">
                <a:moveTo>
                  <a:pt x="0" y="0"/>
                </a:moveTo>
                <a:lnTo>
                  <a:pt x="1184948" y="0"/>
                </a:lnTo>
                <a:lnTo>
                  <a:pt x="1184948" y="74059"/>
                </a:lnTo>
                <a:lnTo>
                  <a:pt x="0" y="74059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7" name="Text 4"/>
          <p:cNvSpPr/>
          <p:nvPr/>
        </p:nvSpPr>
        <p:spPr>
          <a:xfrm>
            <a:off x="2645766" y="343564"/>
            <a:ext cx="6906023" cy="24994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248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Smarter Cities.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248" b="1" dirty="0">
                <a:solidFill>
                  <a:srgbClr val="DDFF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Faster Travel.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5248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AI-Driven Decisions.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208678" y="3065240"/>
            <a:ext cx="1777421" cy="37030"/>
          </a:xfrm>
          <a:custGeom>
            <a:avLst/>
            <a:gdLst/>
            <a:ahLst/>
            <a:cxnLst/>
            <a:rect l="l" t="t" r="r" b="b"/>
            <a:pathLst>
              <a:path w="1777421" h="37030">
                <a:moveTo>
                  <a:pt x="0" y="0"/>
                </a:moveTo>
                <a:lnTo>
                  <a:pt x="1777421" y="0"/>
                </a:lnTo>
                <a:lnTo>
                  <a:pt x="1777421" y="37030"/>
                </a:lnTo>
                <a:lnTo>
                  <a:pt x="0" y="3703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9" name="Shape 6"/>
          <p:cNvSpPr/>
          <p:nvPr/>
        </p:nvSpPr>
        <p:spPr>
          <a:xfrm>
            <a:off x="1826023" y="3417021"/>
            <a:ext cx="2647617" cy="1647818"/>
          </a:xfrm>
          <a:custGeom>
            <a:avLst/>
            <a:gdLst/>
            <a:ahLst/>
            <a:cxnLst/>
            <a:rect l="l" t="t" r="r" b="b"/>
            <a:pathLst>
              <a:path w="2647617" h="1647818">
                <a:moveTo>
                  <a:pt x="0" y="0"/>
                </a:moveTo>
                <a:lnTo>
                  <a:pt x="2647617" y="0"/>
                </a:lnTo>
                <a:lnTo>
                  <a:pt x="2647617" y="1647818"/>
                </a:lnTo>
                <a:lnTo>
                  <a:pt x="0" y="1647818"/>
                </a:lnTo>
                <a:lnTo>
                  <a:pt x="0" y="0"/>
                </a:lnTo>
                <a:close/>
              </a:path>
            </a:pathLst>
          </a:custGeom>
          <a:solidFill>
            <a:srgbClr val="1A1A1A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1826023" y="3417021"/>
            <a:ext cx="2647617" cy="37030"/>
          </a:xfrm>
          <a:custGeom>
            <a:avLst/>
            <a:gdLst/>
            <a:ahLst/>
            <a:cxnLst/>
            <a:rect l="l" t="t" r="r" b="b"/>
            <a:pathLst>
              <a:path w="2647617" h="37030">
                <a:moveTo>
                  <a:pt x="0" y="0"/>
                </a:moveTo>
                <a:lnTo>
                  <a:pt x="2647617" y="0"/>
                </a:lnTo>
                <a:lnTo>
                  <a:pt x="2647617" y="37030"/>
                </a:lnTo>
                <a:lnTo>
                  <a:pt x="0" y="37030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1" name="Shape 8"/>
          <p:cNvSpPr/>
          <p:nvPr/>
        </p:nvSpPr>
        <p:spPr>
          <a:xfrm>
            <a:off x="2901155" y="3657714"/>
            <a:ext cx="499900" cy="444355"/>
          </a:xfrm>
          <a:custGeom>
            <a:avLst/>
            <a:gdLst/>
            <a:ahLst/>
            <a:cxnLst/>
            <a:rect l="l" t="t" r="r" b="b"/>
            <a:pathLst>
              <a:path w="499900" h="444355">
                <a:moveTo>
                  <a:pt x="277722" y="0"/>
                </a:moveTo>
                <a:cubicBezTo>
                  <a:pt x="247086" y="0"/>
                  <a:pt x="222178" y="24908"/>
                  <a:pt x="222178" y="55544"/>
                </a:cubicBezTo>
                <a:lnTo>
                  <a:pt x="222178" y="83317"/>
                </a:lnTo>
                <a:lnTo>
                  <a:pt x="180519" y="83317"/>
                </a:lnTo>
                <a:lnTo>
                  <a:pt x="180519" y="20829"/>
                </a:lnTo>
                <a:cubicBezTo>
                  <a:pt x="180519" y="9286"/>
                  <a:pt x="171233" y="0"/>
                  <a:pt x="159690" y="0"/>
                </a:cubicBezTo>
                <a:cubicBezTo>
                  <a:pt x="148147" y="0"/>
                  <a:pt x="138861" y="9286"/>
                  <a:pt x="138861" y="20829"/>
                </a:cubicBezTo>
                <a:lnTo>
                  <a:pt x="138861" y="83317"/>
                </a:lnTo>
                <a:lnTo>
                  <a:pt x="83317" y="83317"/>
                </a:lnTo>
                <a:lnTo>
                  <a:pt x="83317" y="20829"/>
                </a:lnTo>
                <a:cubicBezTo>
                  <a:pt x="83317" y="9286"/>
                  <a:pt x="74030" y="0"/>
                  <a:pt x="62487" y="0"/>
                </a:cubicBezTo>
                <a:cubicBezTo>
                  <a:pt x="50945" y="0"/>
                  <a:pt x="41658" y="9286"/>
                  <a:pt x="41658" y="20829"/>
                </a:cubicBezTo>
                <a:lnTo>
                  <a:pt x="41658" y="85052"/>
                </a:lnTo>
                <a:cubicBezTo>
                  <a:pt x="17705" y="91214"/>
                  <a:pt x="0" y="112998"/>
                  <a:pt x="0" y="138861"/>
                </a:cubicBezTo>
                <a:lnTo>
                  <a:pt x="0" y="388811"/>
                </a:lnTo>
                <a:cubicBezTo>
                  <a:pt x="0" y="419447"/>
                  <a:pt x="24908" y="444355"/>
                  <a:pt x="55544" y="444355"/>
                </a:cubicBezTo>
                <a:lnTo>
                  <a:pt x="444355" y="444355"/>
                </a:lnTo>
                <a:cubicBezTo>
                  <a:pt x="474992" y="444355"/>
                  <a:pt x="499900" y="419447"/>
                  <a:pt x="499900" y="388811"/>
                </a:cubicBezTo>
                <a:lnTo>
                  <a:pt x="499900" y="222178"/>
                </a:lnTo>
                <a:cubicBezTo>
                  <a:pt x="499900" y="191541"/>
                  <a:pt x="474992" y="166633"/>
                  <a:pt x="444355" y="166633"/>
                </a:cubicBezTo>
                <a:lnTo>
                  <a:pt x="388811" y="166633"/>
                </a:lnTo>
                <a:lnTo>
                  <a:pt x="388811" y="55544"/>
                </a:lnTo>
                <a:cubicBezTo>
                  <a:pt x="388811" y="24908"/>
                  <a:pt x="363903" y="0"/>
                  <a:pt x="333267" y="0"/>
                </a:cubicBezTo>
                <a:lnTo>
                  <a:pt x="277722" y="0"/>
                </a:lnTo>
                <a:close/>
                <a:moveTo>
                  <a:pt x="333267" y="97203"/>
                </a:moveTo>
                <a:lnTo>
                  <a:pt x="333267" y="124975"/>
                </a:lnTo>
                <a:cubicBezTo>
                  <a:pt x="333267" y="132612"/>
                  <a:pt x="327018" y="138861"/>
                  <a:pt x="319380" y="138861"/>
                </a:cubicBezTo>
                <a:lnTo>
                  <a:pt x="291608" y="138861"/>
                </a:lnTo>
                <a:cubicBezTo>
                  <a:pt x="283971" y="138861"/>
                  <a:pt x="277722" y="132612"/>
                  <a:pt x="277722" y="124975"/>
                </a:cubicBezTo>
                <a:lnTo>
                  <a:pt x="277722" y="97203"/>
                </a:lnTo>
                <a:cubicBezTo>
                  <a:pt x="277722" y="89565"/>
                  <a:pt x="283971" y="83317"/>
                  <a:pt x="291608" y="83317"/>
                </a:cubicBezTo>
                <a:lnTo>
                  <a:pt x="319380" y="83317"/>
                </a:lnTo>
                <a:cubicBezTo>
                  <a:pt x="327018" y="83317"/>
                  <a:pt x="333267" y="89565"/>
                  <a:pt x="333267" y="97203"/>
                </a:cubicBezTo>
                <a:close/>
                <a:moveTo>
                  <a:pt x="319380" y="166633"/>
                </a:moveTo>
                <a:cubicBezTo>
                  <a:pt x="327018" y="166633"/>
                  <a:pt x="333267" y="172882"/>
                  <a:pt x="333267" y="180519"/>
                </a:cubicBezTo>
                <a:lnTo>
                  <a:pt x="333267" y="208292"/>
                </a:lnTo>
                <a:cubicBezTo>
                  <a:pt x="333267" y="215929"/>
                  <a:pt x="327018" y="222178"/>
                  <a:pt x="319380" y="222178"/>
                </a:cubicBezTo>
                <a:lnTo>
                  <a:pt x="291608" y="222178"/>
                </a:lnTo>
                <a:cubicBezTo>
                  <a:pt x="283971" y="222178"/>
                  <a:pt x="277722" y="215929"/>
                  <a:pt x="277722" y="208292"/>
                </a:cubicBezTo>
                <a:lnTo>
                  <a:pt x="277722" y="180519"/>
                </a:lnTo>
                <a:cubicBezTo>
                  <a:pt x="277722" y="172882"/>
                  <a:pt x="283971" y="166633"/>
                  <a:pt x="291608" y="166633"/>
                </a:cubicBezTo>
                <a:lnTo>
                  <a:pt x="319380" y="166633"/>
                </a:lnTo>
                <a:close/>
                <a:moveTo>
                  <a:pt x="333267" y="263836"/>
                </a:moveTo>
                <a:lnTo>
                  <a:pt x="333267" y="291608"/>
                </a:lnTo>
                <a:cubicBezTo>
                  <a:pt x="333267" y="299246"/>
                  <a:pt x="327018" y="305494"/>
                  <a:pt x="319380" y="305494"/>
                </a:cubicBezTo>
                <a:lnTo>
                  <a:pt x="291608" y="305494"/>
                </a:lnTo>
                <a:cubicBezTo>
                  <a:pt x="283971" y="305494"/>
                  <a:pt x="277722" y="299246"/>
                  <a:pt x="277722" y="291608"/>
                </a:cubicBezTo>
                <a:lnTo>
                  <a:pt x="277722" y="263836"/>
                </a:lnTo>
                <a:cubicBezTo>
                  <a:pt x="277722" y="256199"/>
                  <a:pt x="283971" y="249950"/>
                  <a:pt x="291608" y="249950"/>
                </a:cubicBezTo>
                <a:lnTo>
                  <a:pt x="319380" y="249950"/>
                </a:lnTo>
                <a:cubicBezTo>
                  <a:pt x="327018" y="249950"/>
                  <a:pt x="333267" y="256199"/>
                  <a:pt x="333267" y="263836"/>
                </a:cubicBezTo>
                <a:close/>
                <a:moveTo>
                  <a:pt x="430469" y="249950"/>
                </a:moveTo>
                <a:cubicBezTo>
                  <a:pt x="438107" y="249950"/>
                  <a:pt x="444355" y="256199"/>
                  <a:pt x="444355" y="263836"/>
                </a:cubicBezTo>
                <a:lnTo>
                  <a:pt x="444355" y="291608"/>
                </a:lnTo>
                <a:cubicBezTo>
                  <a:pt x="444355" y="299246"/>
                  <a:pt x="438107" y="305494"/>
                  <a:pt x="430469" y="305494"/>
                </a:cubicBezTo>
                <a:lnTo>
                  <a:pt x="402697" y="305494"/>
                </a:lnTo>
                <a:cubicBezTo>
                  <a:pt x="395060" y="305494"/>
                  <a:pt x="388811" y="299246"/>
                  <a:pt x="388811" y="291608"/>
                </a:cubicBezTo>
                <a:lnTo>
                  <a:pt x="388811" y="263836"/>
                </a:lnTo>
                <a:cubicBezTo>
                  <a:pt x="388811" y="256199"/>
                  <a:pt x="395060" y="249950"/>
                  <a:pt x="402697" y="249950"/>
                </a:cubicBezTo>
                <a:lnTo>
                  <a:pt x="430469" y="249950"/>
                </a:lnTo>
                <a:close/>
                <a:moveTo>
                  <a:pt x="222178" y="263836"/>
                </a:moveTo>
                <a:lnTo>
                  <a:pt x="222178" y="291608"/>
                </a:lnTo>
                <a:cubicBezTo>
                  <a:pt x="222178" y="299246"/>
                  <a:pt x="215929" y="305494"/>
                  <a:pt x="208292" y="305494"/>
                </a:cubicBezTo>
                <a:lnTo>
                  <a:pt x="180519" y="305494"/>
                </a:lnTo>
                <a:cubicBezTo>
                  <a:pt x="172882" y="305494"/>
                  <a:pt x="166633" y="299246"/>
                  <a:pt x="166633" y="291608"/>
                </a:cubicBezTo>
                <a:lnTo>
                  <a:pt x="166633" y="263836"/>
                </a:lnTo>
                <a:cubicBezTo>
                  <a:pt x="166633" y="256199"/>
                  <a:pt x="172882" y="249950"/>
                  <a:pt x="180519" y="249950"/>
                </a:cubicBezTo>
                <a:lnTo>
                  <a:pt x="208292" y="249950"/>
                </a:lnTo>
                <a:cubicBezTo>
                  <a:pt x="215929" y="249950"/>
                  <a:pt x="222178" y="256199"/>
                  <a:pt x="222178" y="263836"/>
                </a:cubicBezTo>
                <a:close/>
                <a:moveTo>
                  <a:pt x="208292" y="166633"/>
                </a:moveTo>
                <a:cubicBezTo>
                  <a:pt x="215929" y="166633"/>
                  <a:pt x="222178" y="172882"/>
                  <a:pt x="222178" y="180519"/>
                </a:cubicBezTo>
                <a:lnTo>
                  <a:pt x="222178" y="208292"/>
                </a:lnTo>
                <a:cubicBezTo>
                  <a:pt x="222178" y="215929"/>
                  <a:pt x="215929" y="222178"/>
                  <a:pt x="208292" y="222178"/>
                </a:cubicBezTo>
                <a:lnTo>
                  <a:pt x="180519" y="222178"/>
                </a:lnTo>
                <a:cubicBezTo>
                  <a:pt x="172882" y="222178"/>
                  <a:pt x="166633" y="215929"/>
                  <a:pt x="166633" y="208292"/>
                </a:cubicBezTo>
                <a:lnTo>
                  <a:pt x="166633" y="180519"/>
                </a:lnTo>
                <a:cubicBezTo>
                  <a:pt x="166633" y="172882"/>
                  <a:pt x="172882" y="166633"/>
                  <a:pt x="180519" y="166633"/>
                </a:cubicBezTo>
                <a:lnTo>
                  <a:pt x="208292" y="166633"/>
                </a:lnTo>
                <a:close/>
                <a:moveTo>
                  <a:pt x="111089" y="263836"/>
                </a:moveTo>
                <a:lnTo>
                  <a:pt x="111089" y="291608"/>
                </a:lnTo>
                <a:cubicBezTo>
                  <a:pt x="111089" y="299246"/>
                  <a:pt x="104840" y="305494"/>
                  <a:pt x="97203" y="305494"/>
                </a:cubicBezTo>
                <a:lnTo>
                  <a:pt x="69431" y="305494"/>
                </a:lnTo>
                <a:cubicBezTo>
                  <a:pt x="61793" y="305494"/>
                  <a:pt x="55544" y="299246"/>
                  <a:pt x="55544" y="291608"/>
                </a:cubicBezTo>
                <a:lnTo>
                  <a:pt x="55544" y="263836"/>
                </a:lnTo>
                <a:cubicBezTo>
                  <a:pt x="55544" y="256199"/>
                  <a:pt x="61793" y="249950"/>
                  <a:pt x="69431" y="249950"/>
                </a:cubicBezTo>
                <a:lnTo>
                  <a:pt x="97203" y="249950"/>
                </a:lnTo>
                <a:cubicBezTo>
                  <a:pt x="104840" y="249950"/>
                  <a:pt x="111089" y="256199"/>
                  <a:pt x="111089" y="263836"/>
                </a:cubicBezTo>
                <a:close/>
                <a:moveTo>
                  <a:pt x="97203" y="166633"/>
                </a:moveTo>
                <a:cubicBezTo>
                  <a:pt x="104840" y="166633"/>
                  <a:pt x="111089" y="172882"/>
                  <a:pt x="111089" y="180519"/>
                </a:cubicBezTo>
                <a:lnTo>
                  <a:pt x="111089" y="208292"/>
                </a:lnTo>
                <a:cubicBezTo>
                  <a:pt x="111089" y="215929"/>
                  <a:pt x="104840" y="222178"/>
                  <a:pt x="97203" y="222178"/>
                </a:cubicBezTo>
                <a:lnTo>
                  <a:pt x="69431" y="222178"/>
                </a:lnTo>
                <a:cubicBezTo>
                  <a:pt x="61793" y="222178"/>
                  <a:pt x="55544" y="215929"/>
                  <a:pt x="55544" y="208292"/>
                </a:cubicBezTo>
                <a:lnTo>
                  <a:pt x="55544" y="180519"/>
                </a:lnTo>
                <a:cubicBezTo>
                  <a:pt x="55544" y="172882"/>
                  <a:pt x="61793" y="166633"/>
                  <a:pt x="69431" y="166633"/>
                </a:cubicBezTo>
                <a:lnTo>
                  <a:pt x="97203" y="166633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12" name="Text 9"/>
          <p:cNvSpPr/>
          <p:nvPr/>
        </p:nvSpPr>
        <p:spPr>
          <a:xfrm>
            <a:off x="1992656" y="4250188"/>
            <a:ext cx="2314351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Smarter Cities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2011171" y="4620375"/>
            <a:ext cx="2277321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transforms urban infrastructure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772423" y="3417021"/>
            <a:ext cx="2647617" cy="1647818"/>
          </a:xfrm>
          <a:custGeom>
            <a:avLst/>
            <a:gdLst/>
            <a:ahLst/>
            <a:cxnLst/>
            <a:rect l="l" t="t" r="r" b="b"/>
            <a:pathLst>
              <a:path w="2647617" h="1647818">
                <a:moveTo>
                  <a:pt x="0" y="0"/>
                </a:moveTo>
                <a:lnTo>
                  <a:pt x="2647617" y="0"/>
                </a:lnTo>
                <a:lnTo>
                  <a:pt x="2647617" y="1647818"/>
                </a:lnTo>
                <a:lnTo>
                  <a:pt x="0" y="1647818"/>
                </a:lnTo>
                <a:lnTo>
                  <a:pt x="0" y="0"/>
                </a:lnTo>
                <a:close/>
              </a:path>
            </a:pathLst>
          </a:custGeom>
          <a:solidFill>
            <a:srgbClr val="1A1A1A">
              <a:alpha val="80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Shape 12"/>
          <p:cNvSpPr/>
          <p:nvPr/>
        </p:nvSpPr>
        <p:spPr>
          <a:xfrm>
            <a:off x="4772423" y="3417021"/>
            <a:ext cx="2647617" cy="37030"/>
          </a:xfrm>
          <a:custGeom>
            <a:avLst/>
            <a:gdLst/>
            <a:ahLst/>
            <a:cxnLst/>
            <a:rect l="l" t="t" r="r" b="b"/>
            <a:pathLst>
              <a:path w="2647617" h="37030">
                <a:moveTo>
                  <a:pt x="0" y="0"/>
                </a:moveTo>
                <a:lnTo>
                  <a:pt x="2647617" y="0"/>
                </a:lnTo>
                <a:lnTo>
                  <a:pt x="2647617" y="37030"/>
                </a:lnTo>
                <a:lnTo>
                  <a:pt x="0" y="37030"/>
                </a:lnTo>
                <a:lnTo>
                  <a:pt x="0" y="0"/>
                </a:ln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6" name="Shape 13"/>
          <p:cNvSpPr/>
          <p:nvPr/>
        </p:nvSpPr>
        <p:spPr>
          <a:xfrm>
            <a:off x="5875327" y="3657714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0" y="222178"/>
                </a:moveTo>
                <a:cubicBezTo>
                  <a:pt x="0" y="99554"/>
                  <a:pt x="99554" y="0"/>
                  <a:pt x="222178" y="0"/>
                </a:cubicBezTo>
                <a:cubicBezTo>
                  <a:pt x="344801" y="0"/>
                  <a:pt x="444355" y="99554"/>
                  <a:pt x="444355" y="222178"/>
                </a:cubicBezTo>
                <a:cubicBezTo>
                  <a:pt x="444355" y="344801"/>
                  <a:pt x="344801" y="444355"/>
                  <a:pt x="222178" y="444355"/>
                </a:cubicBezTo>
                <a:cubicBezTo>
                  <a:pt x="99554" y="444355"/>
                  <a:pt x="0" y="344801"/>
                  <a:pt x="0" y="222178"/>
                </a:cubicBezTo>
                <a:close/>
                <a:moveTo>
                  <a:pt x="249950" y="83317"/>
                </a:moveTo>
                <a:cubicBezTo>
                  <a:pt x="249950" y="67989"/>
                  <a:pt x="237506" y="55544"/>
                  <a:pt x="222178" y="55544"/>
                </a:cubicBezTo>
                <a:cubicBezTo>
                  <a:pt x="206850" y="55544"/>
                  <a:pt x="194405" y="67989"/>
                  <a:pt x="194405" y="83317"/>
                </a:cubicBezTo>
                <a:cubicBezTo>
                  <a:pt x="194405" y="98645"/>
                  <a:pt x="206850" y="111089"/>
                  <a:pt x="222178" y="111089"/>
                </a:cubicBezTo>
                <a:cubicBezTo>
                  <a:pt x="237506" y="111089"/>
                  <a:pt x="249950" y="98645"/>
                  <a:pt x="249950" y="83317"/>
                </a:cubicBezTo>
                <a:close/>
                <a:moveTo>
                  <a:pt x="222178" y="361039"/>
                </a:moveTo>
                <a:cubicBezTo>
                  <a:pt x="252814" y="361039"/>
                  <a:pt x="277722" y="336131"/>
                  <a:pt x="277722" y="305494"/>
                </a:cubicBezTo>
                <a:cubicBezTo>
                  <a:pt x="277722" y="291435"/>
                  <a:pt x="272515" y="278503"/>
                  <a:pt x="263836" y="268783"/>
                </a:cubicBezTo>
                <a:lnTo>
                  <a:pt x="324154" y="148234"/>
                </a:lnTo>
                <a:cubicBezTo>
                  <a:pt x="329274" y="137906"/>
                  <a:pt x="325108" y="125409"/>
                  <a:pt x="314867" y="120288"/>
                </a:cubicBezTo>
                <a:cubicBezTo>
                  <a:pt x="304626" y="115168"/>
                  <a:pt x="292042" y="119334"/>
                  <a:pt x="286922" y="129575"/>
                </a:cubicBezTo>
                <a:lnTo>
                  <a:pt x="226604" y="250123"/>
                </a:lnTo>
                <a:cubicBezTo>
                  <a:pt x="225128" y="250037"/>
                  <a:pt x="223653" y="249950"/>
                  <a:pt x="222178" y="249950"/>
                </a:cubicBezTo>
                <a:cubicBezTo>
                  <a:pt x="191541" y="249950"/>
                  <a:pt x="166633" y="274858"/>
                  <a:pt x="166633" y="305494"/>
                </a:cubicBezTo>
                <a:cubicBezTo>
                  <a:pt x="166633" y="336131"/>
                  <a:pt x="191541" y="361039"/>
                  <a:pt x="222178" y="361039"/>
                </a:cubicBezTo>
                <a:close/>
                <a:moveTo>
                  <a:pt x="152747" y="124975"/>
                </a:moveTo>
                <a:cubicBezTo>
                  <a:pt x="152747" y="109647"/>
                  <a:pt x="140303" y="97203"/>
                  <a:pt x="124975" y="97203"/>
                </a:cubicBezTo>
                <a:cubicBezTo>
                  <a:pt x="109647" y="97203"/>
                  <a:pt x="97203" y="109647"/>
                  <a:pt x="97203" y="124975"/>
                </a:cubicBezTo>
                <a:cubicBezTo>
                  <a:pt x="97203" y="140303"/>
                  <a:pt x="109647" y="152747"/>
                  <a:pt x="124975" y="152747"/>
                </a:cubicBezTo>
                <a:cubicBezTo>
                  <a:pt x="140303" y="152747"/>
                  <a:pt x="152747" y="140303"/>
                  <a:pt x="152747" y="124975"/>
                </a:cubicBezTo>
                <a:close/>
                <a:moveTo>
                  <a:pt x="83317" y="249950"/>
                </a:moveTo>
                <a:cubicBezTo>
                  <a:pt x="98645" y="249950"/>
                  <a:pt x="111089" y="237506"/>
                  <a:pt x="111089" y="222178"/>
                </a:cubicBezTo>
                <a:cubicBezTo>
                  <a:pt x="111089" y="206850"/>
                  <a:pt x="98645" y="194405"/>
                  <a:pt x="83317" y="194405"/>
                </a:cubicBezTo>
                <a:cubicBezTo>
                  <a:pt x="67989" y="194405"/>
                  <a:pt x="55544" y="206850"/>
                  <a:pt x="55544" y="222178"/>
                </a:cubicBezTo>
                <a:cubicBezTo>
                  <a:pt x="55544" y="237506"/>
                  <a:pt x="67989" y="249950"/>
                  <a:pt x="83317" y="249950"/>
                </a:cubicBezTo>
                <a:close/>
                <a:moveTo>
                  <a:pt x="388811" y="222178"/>
                </a:moveTo>
                <a:cubicBezTo>
                  <a:pt x="388811" y="206850"/>
                  <a:pt x="376367" y="194405"/>
                  <a:pt x="361039" y="194405"/>
                </a:cubicBezTo>
                <a:cubicBezTo>
                  <a:pt x="345711" y="194405"/>
                  <a:pt x="333267" y="206850"/>
                  <a:pt x="333267" y="222178"/>
                </a:cubicBezTo>
                <a:cubicBezTo>
                  <a:pt x="333267" y="237506"/>
                  <a:pt x="345711" y="249950"/>
                  <a:pt x="361039" y="249950"/>
                </a:cubicBezTo>
                <a:cubicBezTo>
                  <a:pt x="376367" y="249950"/>
                  <a:pt x="388811" y="237506"/>
                  <a:pt x="388811" y="222178"/>
                </a:cubicBezTo>
                <a:close/>
              </a:path>
            </a:pathLst>
          </a:custGeom>
          <a:solidFill>
            <a:srgbClr val="00FF88"/>
          </a:solidFill>
          <a:ln/>
        </p:spPr>
      </p:sp>
      <p:sp>
        <p:nvSpPr>
          <p:cNvPr id="17" name="Text 14"/>
          <p:cNvSpPr/>
          <p:nvPr/>
        </p:nvSpPr>
        <p:spPr>
          <a:xfrm>
            <a:off x="4939056" y="4250188"/>
            <a:ext cx="2314351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Faster Travel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57571" y="4620375"/>
            <a:ext cx="2277321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38% time savings for commuters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718823" y="3417021"/>
            <a:ext cx="2647617" cy="1647818"/>
          </a:xfrm>
          <a:custGeom>
            <a:avLst/>
            <a:gdLst/>
            <a:ahLst/>
            <a:cxnLst/>
            <a:rect l="l" t="t" r="r" b="b"/>
            <a:pathLst>
              <a:path w="2647617" h="1647818">
                <a:moveTo>
                  <a:pt x="0" y="0"/>
                </a:moveTo>
                <a:lnTo>
                  <a:pt x="2647617" y="0"/>
                </a:lnTo>
                <a:lnTo>
                  <a:pt x="2647617" y="1647818"/>
                </a:lnTo>
                <a:lnTo>
                  <a:pt x="0" y="1647818"/>
                </a:lnTo>
                <a:lnTo>
                  <a:pt x="0" y="0"/>
                </a:lnTo>
                <a:close/>
              </a:path>
            </a:pathLst>
          </a:custGeom>
          <a:solidFill>
            <a:srgbClr val="1A1A1A">
              <a:alpha val="8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718823" y="3417021"/>
            <a:ext cx="2647617" cy="37030"/>
          </a:xfrm>
          <a:custGeom>
            <a:avLst/>
            <a:gdLst/>
            <a:ahLst/>
            <a:cxnLst/>
            <a:rect l="l" t="t" r="r" b="b"/>
            <a:pathLst>
              <a:path w="2647617" h="37030">
                <a:moveTo>
                  <a:pt x="0" y="0"/>
                </a:moveTo>
                <a:lnTo>
                  <a:pt x="2647617" y="0"/>
                </a:lnTo>
                <a:lnTo>
                  <a:pt x="2647617" y="37030"/>
                </a:lnTo>
                <a:lnTo>
                  <a:pt x="0" y="37030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21" name="Shape 18"/>
          <p:cNvSpPr/>
          <p:nvPr/>
        </p:nvSpPr>
        <p:spPr>
          <a:xfrm>
            <a:off x="8821727" y="3657714"/>
            <a:ext cx="444355" cy="444355"/>
          </a:xfrm>
          <a:custGeom>
            <a:avLst/>
            <a:gdLst/>
            <a:ahLst/>
            <a:cxnLst/>
            <a:rect l="l" t="t" r="r" b="b"/>
            <a:pathLst>
              <a:path w="444355" h="444355">
                <a:moveTo>
                  <a:pt x="104146" y="48601"/>
                </a:moveTo>
                <a:cubicBezTo>
                  <a:pt x="104146" y="21784"/>
                  <a:pt x="125930" y="0"/>
                  <a:pt x="152747" y="0"/>
                </a:cubicBezTo>
                <a:lnTo>
                  <a:pt x="173576" y="0"/>
                </a:lnTo>
                <a:cubicBezTo>
                  <a:pt x="188938" y="0"/>
                  <a:pt x="201349" y="12411"/>
                  <a:pt x="201349" y="27772"/>
                </a:cubicBezTo>
                <a:lnTo>
                  <a:pt x="201349" y="416583"/>
                </a:lnTo>
                <a:cubicBezTo>
                  <a:pt x="201349" y="431945"/>
                  <a:pt x="188938" y="444355"/>
                  <a:pt x="173576" y="444355"/>
                </a:cubicBezTo>
                <a:lnTo>
                  <a:pt x="145804" y="444355"/>
                </a:lnTo>
                <a:cubicBezTo>
                  <a:pt x="119941" y="444355"/>
                  <a:pt x="98157" y="426651"/>
                  <a:pt x="91995" y="402697"/>
                </a:cubicBezTo>
                <a:cubicBezTo>
                  <a:pt x="91388" y="402697"/>
                  <a:pt x="90867" y="402697"/>
                  <a:pt x="90260" y="402697"/>
                </a:cubicBezTo>
                <a:cubicBezTo>
                  <a:pt x="51899" y="402697"/>
                  <a:pt x="20829" y="371627"/>
                  <a:pt x="20829" y="333267"/>
                </a:cubicBezTo>
                <a:cubicBezTo>
                  <a:pt x="20829" y="317645"/>
                  <a:pt x="26036" y="303238"/>
                  <a:pt x="34715" y="291608"/>
                </a:cubicBezTo>
                <a:cubicBezTo>
                  <a:pt x="17878" y="278937"/>
                  <a:pt x="6943" y="258802"/>
                  <a:pt x="6943" y="236064"/>
                </a:cubicBezTo>
                <a:cubicBezTo>
                  <a:pt x="6943" y="209246"/>
                  <a:pt x="22218" y="185900"/>
                  <a:pt x="44436" y="174357"/>
                </a:cubicBezTo>
                <a:cubicBezTo>
                  <a:pt x="38274" y="163943"/>
                  <a:pt x="34715" y="151792"/>
                  <a:pt x="34715" y="138861"/>
                </a:cubicBezTo>
                <a:cubicBezTo>
                  <a:pt x="34715" y="100501"/>
                  <a:pt x="65785" y="69431"/>
                  <a:pt x="104146" y="69431"/>
                </a:cubicBezTo>
                <a:lnTo>
                  <a:pt x="104146" y="48601"/>
                </a:lnTo>
                <a:close/>
                <a:moveTo>
                  <a:pt x="340210" y="48601"/>
                </a:moveTo>
                <a:lnTo>
                  <a:pt x="340210" y="69431"/>
                </a:lnTo>
                <a:cubicBezTo>
                  <a:pt x="378570" y="69431"/>
                  <a:pt x="409640" y="100501"/>
                  <a:pt x="409640" y="138861"/>
                </a:cubicBezTo>
                <a:cubicBezTo>
                  <a:pt x="409640" y="151879"/>
                  <a:pt x="406082" y="164030"/>
                  <a:pt x="399920" y="174357"/>
                </a:cubicBezTo>
                <a:cubicBezTo>
                  <a:pt x="422224" y="185900"/>
                  <a:pt x="437412" y="209159"/>
                  <a:pt x="437412" y="236064"/>
                </a:cubicBezTo>
                <a:cubicBezTo>
                  <a:pt x="437412" y="258802"/>
                  <a:pt x="426477" y="278937"/>
                  <a:pt x="409640" y="291608"/>
                </a:cubicBezTo>
                <a:cubicBezTo>
                  <a:pt x="418319" y="303238"/>
                  <a:pt x="423526" y="317645"/>
                  <a:pt x="423526" y="333267"/>
                </a:cubicBezTo>
                <a:cubicBezTo>
                  <a:pt x="423526" y="371627"/>
                  <a:pt x="392456" y="402697"/>
                  <a:pt x="354096" y="402697"/>
                </a:cubicBezTo>
                <a:cubicBezTo>
                  <a:pt x="353488" y="402697"/>
                  <a:pt x="352967" y="402697"/>
                  <a:pt x="352360" y="402697"/>
                </a:cubicBezTo>
                <a:cubicBezTo>
                  <a:pt x="346198" y="426651"/>
                  <a:pt x="324414" y="444355"/>
                  <a:pt x="298551" y="444355"/>
                </a:cubicBezTo>
                <a:lnTo>
                  <a:pt x="270779" y="444355"/>
                </a:lnTo>
                <a:cubicBezTo>
                  <a:pt x="255418" y="444355"/>
                  <a:pt x="243007" y="431945"/>
                  <a:pt x="243007" y="416583"/>
                </a:cubicBezTo>
                <a:lnTo>
                  <a:pt x="243007" y="27772"/>
                </a:lnTo>
                <a:cubicBezTo>
                  <a:pt x="243007" y="12411"/>
                  <a:pt x="255418" y="0"/>
                  <a:pt x="270779" y="0"/>
                </a:cubicBezTo>
                <a:lnTo>
                  <a:pt x="291608" y="0"/>
                </a:lnTo>
                <a:cubicBezTo>
                  <a:pt x="318426" y="0"/>
                  <a:pt x="340210" y="21784"/>
                  <a:pt x="340210" y="48601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22" name="Text 19"/>
          <p:cNvSpPr/>
          <p:nvPr/>
        </p:nvSpPr>
        <p:spPr>
          <a:xfrm>
            <a:off x="7885456" y="4250188"/>
            <a:ext cx="2314351" cy="296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49" b="1" dirty="0">
                <a:solidFill>
                  <a:srgbClr val="FFFFFF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AI-Driven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903971" y="4620375"/>
            <a:ext cx="2277321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dirty="0">
                <a:solidFill>
                  <a:srgbClr val="99A1A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Data-powered traffic intelligence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2211574" y="5435027"/>
            <a:ext cx="7618843" cy="703563"/>
          </a:xfrm>
          <a:custGeom>
            <a:avLst/>
            <a:gdLst/>
            <a:ahLst/>
            <a:cxnLst/>
            <a:rect l="l" t="t" r="r" b="b"/>
            <a:pathLst>
              <a:path w="7618843" h="703563">
                <a:moveTo>
                  <a:pt x="0" y="0"/>
                </a:moveTo>
                <a:lnTo>
                  <a:pt x="7618843" y="0"/>
                </a:lnTo>
                <a:lnTo>
                  <a:pt x="7618843" y="703563"/>
                </a:lnTo>
                <a:lnTo>
                  <a:pt x="0" y="70356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DDFF00"/>
              </a:gs>
              <a:gs pos="100000">
                <a:srgbClr val="DDFF00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25" name="Text 22"/>
          <p:cNvSpPr/>
          <p:nvPr/>
        </p:nvSpPr>
        <p:spPr>
          <a:xfrm>
            <a:off x="2551794" y="5620175"/>
            <a:ext cx="7017112" cy="333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7" b="1" dirty="0">
                <a:solidFill>
                  <a:srgbClr val="000000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AI-Driven Traffic Intelligence for Tomorrow's Cities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109246" y="6434826"/>
            <a:ext cx="2036629" cy="259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12" b="1" dirty="0">
                <a:solidFill>
                  <a:srgbClr val="DDFF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Code Nova  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113874" y="6731063"/>
            <a:ext cx="2027371" cy="2221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6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the Future of Mobility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00916" y="6471856"/>
            <a:ext cx="9257" cy="444355"/>
          </a:xfrm>
          <a:custGeom>
            <a:avLst/>
            <a:gdLst/>
            <a:ahLst/>
            <a:cxnLst/>
            <a:rect l="l" t="t" r="r" b="b"/>
            <a:pathLst>
              <a:path w="9257" h="444355">
                <a:moveTo>
                  <a:pt x="0" y="0"/>
                </a:moveTo>
                <a:lnTo>
                  <a:pt x="9257" y="0"/>
                </a:lnTo>
                <a:lnTo>
                  <a:pt x="9257" y="444355"/>
                </a:lnTo>
                <a:lnTo>
                  <a:pt x="0" y="444355"/>
                </a:lnTo>
                <a:lnTo>
                  <a:pt x="0" y="0"/>
                </a:ln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29" name="Shape 26"/>
          <p:cNvSpPr/>
          <p:nvPr/>
        </p:nvSpPr>
        <p:spPr>
          <a:xfrm>
            <a:off x="6743440" y="6555173"/>
            <a:ext cx="277722" cy="277722"/>
          </a:xfrm>
          <a:custGeom>
            <a:avLst/>
            <a:gdLst/>
            <a:ahLst/>
            <a:cxnLst/>
            <a:rect l="l" t="t" r="r" b="b"/>
            <a:pathLst>
              <a:path w="277722" h="277722">
                <a:moveTo>
                  <a:pt x="65091" y="30376"/>
                </a:moveTo>
                <a:cubicBezTo>
                  <a:pt x="65091" y="13615"/>
                  <a:pt x="78706" y="0"/>
                  <a:pt x="95467" y="0"/>
                </a:cubicBezTo>
                <a:lnTo>
                  <a:pt x="108485" y="0"/>
                </a:lnTo>
                <a:cubicBezTo>
                  <a:pt x="118086" y="0"/>
                  <a:pt x="125843" y="7757"/>
                  <a:pt x="125843" y="17358"/>
                </a:cubicBezTo>
                <a:lnTo>
                  <a:pt x="125843" y="260364"/>
                </a:lnTo>
                <a:cubicBezTo>
                  <a:pt x="125843" y="269965"/>
                  <a:pt x="118086" y="277722"/>
                  <a:pt x="108485" y="277722"/>
                </a:cubicBezTo>
                <a:lnTo>
                  <a:pt x="91128" y="277722"/>
                </a:lnTo>
                <a:cubicBezTo>
                  <a:pt x="74963" y="277722"/>
                  <a:pt x="61348" y="266657"/>
                  <a:pt x="57497" y="251686"/>
                </a:cubicBezTo>
                <a:cubicBezTo>
                  <a:pt x="57117" y="251686"/>
                  <a:pt x="56792" y="251686"/>
                  <a:pt x="56412" y="251686"/>
                </a:cubicBezTo>
                <a:cubicBezTo>
                  <a:pt x="32437" y="251686"/>
                  <a:pt x="13018" y="232267"/>
                  <a:pt x="13018" y="208292"/>
                </a:cubicBezTo>
                <a:cubicBezTo>
                  <a:pt x="13018" y="198528"/>
                  <a:pt x="16273" y="189524"/>
                  <a:pt x="21697" y="182255"/>
                </a:cubicBezTo>
                <a:cubicBezTo>
                  <a:pt x="11174" y="174336"/>
                  <a:pt x="4339" y="161751"/>
                  <a:pt x="4339" y="147540"/>
                </a:cubicBezTo>
                <a:cubicBezTo>
                  <a:pt x="4339" y="130779"/>
                  <a:pt x="13886" y="116188"/>
                  <a:pt x="27772" y="108973"/>
                </a:cubicBezTo>
                <a:cubicBezTo>
                  <a:pt x="23921" y="102464"/>
                  <a:pt x="21697" y="94870"/>
                  <a:pt x="21697" y="86788"/>
                </a:cubicBezTo>
                <a:cubicBezTo>
                  <a:pt x="21697" y="62813"/>
                  <a:pt x="41116" y="43394"/>
                  <a:pt x="65091" y="43394"/>
                </a:cubicBezTo>
                <a:lnTo>
                  <a:pt x="65091" y="30376"/>
                </a:lnTo>
                <a:close/>
                <a:moveTo>
                  <a:pt x="212631" y="30376"/>
                </a:moveTo>
                <a:lnTo>
                  <a:pt x="212631" y="43394"/>
                </a:lnTo>
                <a:cubicBezTo>
                  <a:pt x="236606" y="43394"/>
                  <a:pt x="256025" y="62813"/>
                  <a:pt x="256025" y="86788"/>
                </a:cubicBezTo>
                <a:cubicBezTo>
                  <a:pt x="256025" y="94925"/>
                  <a:pt x="253801" y="102519"/>
                  <a:pt x="249950" y="108973"/>
                </a:cubicBezTo>
                <a:cubicBezTo>
                  <a:pt x="263890" y="116188"/>
                  <a:pt x="273383" y="130725"/>
                  <a:pt x="273383" y="147540"/>
                </a:cubicBezTo>
                <a:cubicBezTo>
                  <a:pt x="273383" y="161751"/>
                  <a:pt x="266548" y="174336"/>
                  <a:pt x="256025" y="182255"/>
                </a:cubicBezTo>
                <a:cubicBezTo>
                  <a:pt x="261449" y="189524"/>
                  <a:pt x="264704" y="198528"/>
                  <a:pt x="264704" y="208292"/>
                </a:cubicBezTo>
                <a:cubicBezTo>
                  <a:pt x="264704" y="232267"/>
                  <a:pt x="245285" y="251686"/>
                  <a:pt x="221310" y="251686"/>
                </a:cubicBezTo>
                <a:cubicBezTo>
                  <a:pt x="220930" y="251686"/>
                  <a:pt x="220605" y="251686"/>
                  <a:pt x="220225" y="251686"/>
                </a:cubicBezTo>
                <a:cubicBezTo>
                  <a:pt x="216374" y="266657"/>
                  <a:pt x="202759" y="277722"/>
                  <a:pt x="186595" y="277722"/>
                </a:cubicBezTo>
                <a:lnTo>
                  <a:pt x="169237" y="277722"/>
                </a:lnTo>
                <a:cubicBezTo>
                  <a:pt x="159636" y="277722"/>
                  <a:pt x="151879" y="269965"/>
                  <a:pt x="151879" y="260364"/>
                </a:cubicBezTo>
                <a:lnTo>
                  <a:pt x="151879" y="17358"/>
                </a:lnTo>
                <a:cubicBezTo>
                  <a:pt x="151879" y="7757"/>
                  <a:pt x="159636" y="0"/>
                  <a:pt x="169237" y="0"/>
                </a:cubicBezTo>
                <a:lnTo>
                  <a:pt x="182255" y="0"/>
                </a:lnTo>
                <a:cubicBezTo>
                  <a:pt x="199016" y="0"/>
                  <a:pt x="212631" y="13615"/>
                  <a:pt x="212631" y="30376"/>
                </a:cubicBezTo>
                <a:close/>
              </a:path>
            </a:pathLst>
          </a:custGeom>
          <a:solidFill>
            <a:srgbClr val="DDFF00"/>
          </a:solidFill>
          <a:ln/>
        </p:spPr>
      </p:sp>
      <p:sp>
        <p:nvSpPr>
          <p:cNvPr id="30" name="Shape 27"/>
          <p:cNvSpPr/>
          <p:nvPr/>
        </p:nvSpPr>
        <p:spPr>
          <a:xfrm>
            <a:off x="7238711" y="6555173"/>
            <a:ext cx="277722" cy="277722"/>
          </a:xfrm>
          <a:custGeom>
            <a:avLst/>
            <a:gdLst/>
            <a:ahLst/>
            <a:cxnLst/>
            <a:rect l="l" t="t" r="r" b="b"/>
            <a:pathLst>
              <a:path w="277722" h="277722">
                <a:moveTo>
                  <a:pt x="277722" y="52073"/>
                </a:moveTo>
                <a:cubicBezTo>
                  <a:pt x="277722" y="79303"/>
                  <a:pt x="245665" y="119930"/>
                  <a:pt x="231833" y="136149"/>
                </a:cubicBezTo>
                <a:cubicBezTo>
                  <a:pt x="229772" y="138536"/>
                  <a:pt x="226734" y="139458"/>
                  <a:pt x="223968" y="138861"/>
                </a:cubicBezTo>
                <a:lnTo>
                  <a:pt x="173576" y="138861"/>
                </a:lnTo>
                <a:cubicBezTo>
                  <a:pt x="163975" y="138861"/>
                  <a:pt x="156219" y="146618"/>
                  <a:pt x="156219" y="156219"/>
                </a:cubicBezTo>
                <a:cubicBezTo>
                  <a:pt x="156219" y="165820"/>
                  <a:pt x="163975" y="173576"/>
                  <a:pt x="173576" y="173576"/>
                </a:cubicBezTo>
                <a:lnTo>
                  <a:pt x="225649" y="173576"/>
                </a:lnTo>
                <a:cubicBezTo>
                  <a:pt x="254398" y="173576"/>
                  <a:pt x="277722" y="196901"/>
                  <a:pt x="277722" y="225649"/>
                </a:cubicBezTo>
                <a:cubicBezTo>
                  <a:pt x="277722" y="254398"/>
                  <a:pt x="254398" y="277722"/>
                  <a:pt x="225649" y="277722"/>
                </a:cubicBezTo>
                <a:lnTo>
                  <a:pt x="75723" y="277722"/>
                </a:lnTo>
                <a:cubicBezTo>
                  <a:pt x="80442" y="272352"/>
                  <a:pt x="86191" y="265463"/>
                  <a:pt x="91995" y="257761"/>
                </a:cubicBezTo>
                <a:cubicBezTo>
                  <a:pt x="95413" y="253204"/>
                  <a:pt x="98938" y="248214"/>
                  <a:pt x="102302" y="243007"/>
                </a:cubicBezTo>
                <a:lnTo>
                  <a:pt x="225649" y="243007"/>
                </a:lnTo>
                <a:cubicBezTo>
                  <a:pt x="235250" y="243007"/>
                  <a:pt x="243007" y="235250"/>
                  <a:pt x="243007" y="225649"/>
                </a:cubicBezTo>
                <a:cubicBezTo>
                  <a:pt x="243007" y="216048"/>
                  <a:pt x="235250" y="208292"/>
                  <a:pt x="225649" y="208292"/>
                </a:cubicBezTo>
                <a:lnTo>
                  <a:pt x="173576" y="208292"/>
                </a:lnTo>
                <a:cubicBezTo>
                  <a:pt x="144828" y="208292"/>
                  <a:pt x="121503" y="184967"/>
                  <a:pt x="121503" y="156219"/>
                </a:cubicBezTo>
                <a:cubicBezTo>
                  <a:pt x="121503" y="127470"/>
                  <a:pt x="144828" y="104146"/>
                  <a:pt x="173576" y="104146"/>
                </a:cubicBezTo>
                <a:lnTo>
                  <a:pt x="195165" y="104146"/>
                </a:lnTo>
                <a:cubicBezTo>
                  <a:pt x="183774" y="87059"/>
                  <a:pt x="173576" y="67424"/>
                  <a:pt x="173576" y="52073"/>
                </a:cubicBezTo>
                <a:cubicBezTo>
                  <a:pt x="173576" y="23324"/>
                  <a:pt x="196901" y="0"/>
                  <a:pt x="225649" y="0"/>
                </a:cubicBezTo>
                <a:cubicBezTo>
                  <a:pt x="254398" y="0"/>
                  <a:pt x="277722" y="23324"/>
                  <a:pt x="277722" y="52073"/>
                </a:cubicBezTo>
                <a:close/>
                <a:moveTo>
                  <a:pt x="63518" y="265301"/>
                </a:moveTo>
                <a:cubicBezTo>
                  <a:pt x="61457" y="267633"/>
                  <a:pt x="59613" y="269694"/>
                  <a:pt x="58040" y="271430"/>
                </a:cubicBezTo>
                <a:lnTo>
                  <a:pt x="57063" y="272515"/>
                </a:lnTo>
                <a:lnTo>
                  <a:pt x="56955" y="272406"/>
                </a:lnTo>
                <a:cubicBezTo>
                  <a:pt x="53700" y="274901"/>
                  <a:pt x="49035" y="274576"/>
                  <a:pt x="46106" y="271430"/>
                </a:cubicBezTo>
                <a:cubicBezTo>
                  <a:pt x="32437" y="256567"/>
                  <a:pt x="0" y="218326"/>
                  <a:pt x="0" y="190934"/>
                </a:cubicBezTo>
                <a:cubicBezTo>
                  <a:pt x="0" y="162185"/>
                  <a:pt x="23324" y="138861"/>
                  <a:pt x="52073" y="138861"/>
                </a:cubicBezTo>
                <a:cubicBezTo>
                  <a:pt x="80821" y="138861"/>
                  <a:pt x="104146" y="162185"/>
                  <a:pt x="104146" y="190934"/>
                </a:cubicBezTo>
                <a:cubicBezTo>
                  <a:pt x="104146" y="207207"/>
                  <a:pt x="92701" y="227276"/>
                  <a:pt x="80550" y="244037"/>
                </a:cubicBezTo>
                <a:cubicBezTo>
                  <a:pt x="74746" y="252011"/>
                  <a:pt x="68780" y="259225"/>
                  <a:pt x="63844" y="264921"/>
                </a:cubicBezTo>
                <a:lnTo>
                  <a:pt x="63518" y="265301"/>
                </a:lnTo>
                <a:close/>
                <a:moveTo>
                  <a:pt x="69431" y="190934"/>
                </a:moveTo>
                <a:cubicBezTo>
                  <a:pt x="69431" y="181354"/>
                  <a:pt x="61653" y="173576"/>
                  <a:pt x="52073" y="173576"/>
                </a:cubicBezTo>
                <a:cubicBezTo>
                  <a:pt x="42493" y="173576"/>
                  <a:pt x="34715" y="181354"/>
                  <a:pt x="34715" y="190934"/>
                </a:cubicBezTo>
                <a:cubicBezTo>
                  <a:pt x="34715" y="200514"/>
                  <a:pt x="42493" y="208292"/>
                  <a:pt x="52073" y="208292"/>
                </a:cubicBezTo>
                <a:cubicBezTo>
                  <a:pt x="61653" y="208292"/>
                  <a:pt x="69431" y="200514"/>
                  <a:pt x="69431" y="190934"/>
                </a:cubicBezTo>
                <a:close/>
                <a:moveTo>
                  <a:pt x="225649" y="69431"/>
                </a:moveTo>
                <a:cubicBezTo>
                  <a:pt x="235229" y="69431"/>
                  <a:pt x="243007" y="61653"/>
                  <a:pt x="243007" y="52073"/>
                </a:cubicBezTo>
                <a:cubicBezTo>
                  <a:pt x="243007" y="42493"/>
                  <a:pt x="235229" y="34715"/>
                  <a:pt x="225649" y="34715"/>
                </a:cubicBezTo>
                <a:cubicBezTo>
                  <a:pt x="216069" y="34715"/>
                  <a:pt x="208292" y="42493"/>
                  <a:pt x="208292" y="52073"/>
                </a:cubicBezTo>
                <a:cubicBezTo>
                  <a:pt x="208292" y="61653"/>
                  <a:pt x="216069" y="69431"/>
                  <a:pt x="225649" y="69431"/>
                </a:cubicBezTo>
                <a:close/>
              </a:path>
            </a:pathLst>
          </a:custGeom>
          <a:solidFill>
            <a:srgbClr val="00CCFF"/>
          </a:solidFill>
          <a:ln/>
        </p:spPr>
      </p:sp>
      <p:sp>
        <p:nvSpPr>
          <p:cNvPr id="31" name="Shape 28"/>
          <p:cNvSpPr/>
          <p:nvPr/>
        </p:nvSpPr>
        <p:spPr>
          <a:xfrm>
            <a:off x="7716624" y="6555173"/>
            <a:ext cx="312437" cy="277722"/>
          </a:xfrm>
          <a:custGeom>
            <a:avLst/>
            <a:gdLst/>
            <a:ahLst/>
            <a:cxnLst/>
            <a:rect l="l" t="t" r="r" b="b"/>
            <a:pathLst>
              <a:path w="312437" h="277722">
                <a:moveTo>
                  <a:pt x="173576" y="0"/>
                </a:moveTo>
                <a:cubicBezTo>
                  <a:pt x="154429" y="0"/>
                  <a:pt x="138861" y="15568"/>
                  <a:pt x="138861" y="34715"/>
                </a:cubicBezTo>
                <a:lnTo>
                  <a:pt x="138861" y="52073"/>
                </a:lnTo>
                <a:lnTo>
                  <a:pt x="112825" y="52073"/>
                </a:lnTo>
                <a:lnTo>
                  <a:pt x="112825" y="13018"/>
                </a:lnTo>
                <a:cubicBezTo>
                  <a:pt x="112825" y="5804"/>
                  <a:pt x="107021" y="0"/>
                  <a:pt x="99806" y="0"/>
                </a:cubicBezTo>
                <a:cubicBezTo>
                  <a:pt x="92592" y="0"/>
                  <a:pt x="86788" y="5804"/>
                  <a:pt x="86788" y="13018"/>
                </a:cubicBezTo>
                <a:lnTo>
                  <a:pt x="86788" y="52073"/>
                </a:lnTo>
                <a:lnTo>
                  <a:pt x="52073" y="52073"/>
                </a:lnTo>
                <a:lnTo>
                  <a:pt x="52073" y="13018"/>
                </a:lnTo>
                <a:cubicBezTo>
                  <a:pt x="52073" y="5804"/>
                  <a:pt x="46269" y="0"/>
                  <a:pt x="39055" y="0"/>
                </a:cubicBezTo>
                <a:cubicBezTo>
                  <a:pt x="31840" y="0"/>
                  <a:pt x="26036" y="5804"/>
                  <a:pt x="26036" y="13018"/>
                </a:cubicBezTo>
                <a:lnTo>
                  <a:pt x="26036" y="53158"/>
                </a:lnTo>
                <a:cubicBezTo>
                  <a:pt x="11065" y="57009"/>
                  <a:pt x="0" y="70624"/>
                  <a:pt x="0" y="86788"/>
                </a:cubicBezTo>
                <a:lnTo>
                  <a:pt x="0" y="243007"/>
                </a:lnTo>
                <a:cubicBezTo>
                  <a:pt x="0" y="262154"/>
                  <a:pt x="15568" y="277722"/>
                  <a:pt x="34715" y="277722"/>
                </a:cubicBezTo>
                <a:lnTo>
                  <a:pt x="277722" y="277722"/>
                </a:lnTo>
                <a:cubicBezTo>
                  <a:pt x="296870" y="277722"/>
                  <a:pt x="312437" y="262154"/>
                  <a:pt x="312437" y="243007"/>
                </a:cubicBezTo>
                <a:lnTo>
                  <a:pt x="312437" y="138861"/>
                </a:lnTo>
                <a:cubicBezTo>
                  <a:pt x="312437" y="119713"/>
                  <a:pt x="296870" y="104146"/>
                  <a:pt x="277722" y="104146"/>
                </a:cubicBezTo>
                <a:lnTo>
                  <a:pt x="243007" y="104146"/>
                </a:lnTo>
                <a:lnTo>
                  <a:pt x="243007" y="34715"/>
                </a:lnTo>
                <a:cubicBezTo>
                  <a:pt x="243007" y="15568"/>
                  <a:pt x="227439" y="0"/>
                  <a:pt x="208292" y="0"/>
                </a:cubicBezTo>
                <a:lnTo>
                  <a:pt x="173576" y="0"/>
                </a:lnTo>
                <a:close/>
                <a:moveTo>
                  <a:pt x="208292" y="60752"/>
                </a:moveTo>
                <a:lnTo>
                  <a:pt x="208292" y="78109"/>
                </a:lnTo>
                <a:cubicBezTo>
                  <a:pt x="208292" y="82883"/>
                  <a:pt x="204386" y="86788"/>
                  <a:pt x="199613" y="86788"/>
                </a:cubicBezTo>
                <a:lnTo>
                  <a:pt x="182255" y="86788"/>
                </a:lnTo>
                <a:cubicBezTo>
                  <a:pt x="177482" y="86788"/>
                  <a:pt x="173576" y="82883"/>
                  <a:pt x="173576" y="78109"/>
                </a:cubicBezTo>
                <a:lnTo>
                  <a:pt x="173576" y="60752"/>
                </a:lnTo>
                <a:cubicBezTo>
                  <a:pt x="173576" y="55978"/>
                  <a:pt x="177482" y="52073"/>
                  <a:pt x="182255" y="52073"/>
                </a:cubicBezTo>
                <a:lnTo>
                  <a:pt x="199613" y="52073"/>
                </a:lnTo>
                <a:cubicBezTo>
                  <a:pt x="204386" y="52073"/>
                  <a:pt x="208292" y="55978"/>
                  <a:pt x="208292" y="60752"/>
                </a:cubicBezTo>
                <a:close/>
                <a:moveTo>
                  <a:pt x="199613" y="104146"/>
                </a:moveTo>
                <a:cubicBezTo>
                  <a:pt x="204386" y="104146"/>
                  <a:pt x="208292" y="108051"/>
                  <a:pt x="208292" y="112825"/>
                </a:cubicBezTo>
                <a:lnTo>
                  <a:pt x="208292" y="130182"/>
                </a:lnTo>
                <a:cubicBezTo>
                  <a:pt x="208292" y="134956"/>
                  <a:pt x="204386" y="138861"/>
                  <a:pt x="199613" y="138861"/>
                </a:cubicBezTo>
                <a:lnTo>
                  <a:pt x="182255" y="138861"/>
                </a:lnTo>
                <a:cubicBezTo>
                  <a:pt x="177482" y="138861"/>
                  <a:pt x="173576" y="134956"/>
                  <a:pt x="173576" y="130182"/>
                </a:cubicBezTo>
                <a:lnTo>
                  <a:pt x="173576" y="112825"/>
                </a:lnTo>
                <a:cubicBezTo>
                  <a:pt x="173576" y="108051"/>
                  <a:pt x="177482" y="104146"/>
                  <a:pt x="182255" y="104146"/>
                </a:cubicBezTo>
                <a:lnTo>
                  <a:pt x="199613" y="104146"/>
                </a:lnTo>
                <a:close/>
                <a:moveTo>
                  <a:pt x="208292" y="164897"/>
                </a:moveTo>
                <a:lnTo>
                  <a:pt x="208292" y="182255"/>
                </a:lnTo>
                <a:cubicBezTo>
                  <a:pt x="208292" y="187028"/>
                  <a:pt x="204386" y="190934"/>
                  <a:pt x="199613" y="190934"/>
                </a:cubicBezTo>
                <a:lnTo>
                  <a:pt x="182255" y="190934"/>
                </a:lnTo>
                <a:cubicBezTo>
                  <a:pt x="177482" y="190934"/>
                  <a:pt x="173576" y="187028"/>
                  <a:pt x="173576" y="182255"/>
                </a:cubicBezTo>
                <a:lnTo>
                  <a:pt x="173576" y="164897"/>
                </a:lnTo>
                <a:cubicBezTo>
                  <a:pt x="173576" y="160124"/>
                  <a:pt x="177482" y="156219"/>
                  <a:pt x="182255" y="156219"/>
                </a:cubicBezTo>
                <a:lnTo>
                  <a:pt x="199613" y="156219"/>
                </a:lnTo>
                <a:cubicBezTo>
                  <a:pt x="204386" y="156219"/>
                  <a:pt x="208292" y="160124"/>
                  <a:pt x="208292" y="164897"/>
                </a:cubicBezTo>
                <a:close/>
                <a:moveTo>
                  <a:pt x="269043" y="156219"/>
                </a:moveTo>
                <a:cubicBezTo>
                  <a:pt x="273817" y="156219"/>
                  <a:pt x="277722" y="160124"/>
                  <a:pt x="277722" y="164897"/>
                </a:cubicBezTo>
                <a:lnTo>
                  <a:pt x="277722" y="182255"/>
                </a:lnTo>
                <a:cubicBezTo>
                  <a:pt x="277722" y="187028"/>
                  <a:pt x="273817" y="190934"/>
                  <a:pt x="269043" y="190934"/>
                </a:cubicBezTo>
                <a:lnTo>
                  <a:pt x="251686" y="190934"/>
                </a:lnTo>
                <a:cubicBezTo>
                  <a:pt x="246912" y="190934"/>
                  <a:pt x="243007" y="187028"/>
                  <a:pt x="243007" y="182255"/>
                </a:cubicBezTo>
                <a:lnTo>
                  <a:pt x="243007" y="164897"/>
                </a:lnTo>
                <a:cubicBezTo>
                  <a:pt x="243007" y="160124"/>
                  <a:pt x="246912" y="156219"/>
                  <a:pt x="251686" y="156219"/>
                </a:cubicBezTo>
                <a:lnTo>
                  <a:pt x="269043" y="156219"/>
                </a:lnTo>
                <a:close/>
                <a:moveTo>
                  <a:pt x="138861" y="164897"/>
                </a:moveTo>
                <a:lnTo>
                  <a:pt x="138861" y="182255"/>
                </a:lnTo>
                <a:cubicBezTo>
                  <a:pt x="138861" y="187028"/>
                  <a:pt x="134956" y="190934"/>
                  <a:pt x="130182" y="190934"/>
                </a:cubicBezTo>
                <a:lnTo>
                  <a:pt x="112825" y="190934"/>
                </a:lnTo>
                <a:cubicBezTo>
                  <a:pt x="108051" y="190934"/>
                  <a:pt x="104146" y="187028"/>
                  <a:pt x="104146" y="182255"/>
                </a:cubicBezTo>
                <a:lnTo>
                  <a:pt x="104146" y="164897"/>
                </a:lnTo>
                <a:cubicBezTo>
                  <a:pt x="104146" y="160124"/>
                  <a:pt x="108051" y="156219"/>
                  <a:pt x="112825" y="156219"/>
                </a:cubicBezTo>
                <a:lnTo>
                  <a:pt x="130182" y="156219"/>
                </a:lnTo>
                <a:cubicBezTo>
                  <a:pt x="134956" y="156219"/>
                  <a:pt x="138861" y="160124"/>
                  <a:pt x="138861" y="164897"/>
                </a:cubicBezTo>
                <a:close/>
                <a:moveTo>
                  <a:pt x="130182" y="104146"/>
                </a:moveTo>
                <a:cubicBezTo>
                  <a:pt x="134956" y="104146"/>
                  <a:pt x="138861" y="108051"/>
                  <a:pt x="138861" y="112825"/>
                </a:cubicBezTo>
                <a:lnTo>
                  <a:pt x="138861" y="130182"/>
                </a:lnTo>
                <a:cubicBezTo>
                  <a:pt x="138861" y="134956"/>
                  <a:pt x="134956" y="138861"/>
                  <a:pt x="130182" y="138861"/>
                </a:cubicBezTo>
                <a:lnTo>
                  <a:pt x="112825" y="138861"/>
                </a:lnTo>
                <a:cubicBezTo>
                  <a:pt x="108051" y="138861"/>
                  <a:pt x="104146" y="134956"/>
                  <a:pt x="104146" y="130182"/>
                </a:cubicBezTo>
                <a:lnTo>
                  <a:pt x="104146" y="112825"/>
                </a:lnTo>
                <a:cubicBezTo>
                  <a:pt x="104146" y="108051"/>
                  <a:pt x="108051" y="104146"/>
                  <a:pt x="112825" y="104146"/>
                </a:cubicBezTo>
                <a:lnTo>
                  <a:pt x="130182" y="104146"/>
                </a:lnTo>
                <a:close/>
                <a:moveTo>
                  <a:pt x="69431" y="164897"/>
                </a:moveTo>
                <a:lnTo>
                  <a:pt x="69431" y="182255"/>
                </a:lnTo>
                <a:cubicBezTo>
                  <a:pt x="69431" y="187028"/>
                  <a:pt x="65525" y="190934"/>
                  <a:pt x="60752" y="190934"/>
                </a:cubicBezTo>
                <a:lnTo>
                  <a:pt x="43394" y="190934"/>
                </a:lnTo>
                <a:cubicBezTo>
                  <a:pt x="38621" y="190934"/>
                  <a:pt x="34715" y="187028"/>
                  <a:pt x="34715" y="182255"/>
                </a:cubicBezTo>
                <a:lnTo>
                  <a:pt x="34715" y="164897"/>
                </a:lnTo>
                <a:cubicBezTo>
                  <a:pt x="34715" y="160124"/>
                  <a:pt x="38621" y="156219"/>
                  <a:pt x="43394" y="156219"/>
                </a:cubicBezTo>
                <a:lnTo>
                  <a:pt x="60752" y="156219"/>
                </a:lnTo>
                <a:cubicBezTo>
                  <a:pt x="65525" y="156219"/>
                  <a:pt x="69431" y="160124"/>
                  <a:pt x="69431" y="164897"/>
                </a:cubicBezTo>
                <a:close/>
                <a:moveTo>
                  <a:pt x="60752" y="104146"/>
                </a:moveTo>
                <a:cubicBezTo>
                  <a:pt x="65525" y="104146"/>
                  <a:pt x="69431" y="108051"/>
                  <a:pt x="69431" y="112825"/>
                </a:cubicBezTo>
                <a:lnTo>
                  <a:pt x="69431" y="130182"/>
                </a:lnTo>
                <a:cubicBezTo>
                  <a:pt x="69431" y="134956"/>
                  <a:pt x="65525" y="138861"/>
                  <a:pt x="60752" y="138861"/>
                </a:cubicBezTo>
                <a:lnTo>
                  <a:pt x="43394" y="138861"/>
                </a:lnTo>
                <a:cubicBezTo>
                  <a:pt x="38621" y="138861"/>
                  <a:pt x="34715" y="134956"/>
                  <a:pt x="34715" y="130182"/>
                </a:cubicBezTo>
                <a:lnTo>
                  <a:pt x="34715" y="112825"/>
                </a:lnTo>
                <a:cubicBezTo>
                  <a:pt x="34715" y="108051"/>
                  <a:pt x="38621" y="104146"/>
                  <a:pt x="43394" y="104146"/>
                </a:cubicBezTo>
                <a:lnTo>
                  <a:pt x="60752" y="104146"/>
                </a:lnTo>
                <a:close/>
              </a:path>
            </a:pathLst>
          </a:custGeom>
          <a:solidFill>
            <a:srgbClr val="00FF88"/>
          </a:solidFill>
          <a:ln/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926</Words>
  <Application>Microsoft Office PowerPoint</Application>
  <PresentationFormat>Widescreen</PresentationFormat>
  <Paragraphs>264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Liter</vt:lpstr>
      <vt:lpstr>Alimama ShuHeiTi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Traffic Congestion Prediction &amp; Smart Route Optimization System</dc:title>
  <dc:subject>AI Traffic Congestion Prediction &amp; Smart Route Optimization System</dc:subject>
  <dc:creator>Kimi</dc:creator>
  <cp:lastModifiedBy>Aaditya Kumar Singh</cp:lastModifiedBy>
  <cp:revision>4</cp:revision>
  <dcterms:created xsi:type="dcterms:W3CDTF">2026-03-18T09:29:51Z</dcterms:created>
  <dcterms:modified xsi:type="dcterms:W3CDTF">2026-03-18T16:00:45Z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{"Label":"AI Traffic Congestion Prediction &amp; Smart Route Optimization System","ContentProducer":"001191110108MACG2KBH8F10000","ProduceID":"19d00455-e2e2-837a-8000-00008a17c891","ReservedCode1":"","ContentPropagator":"001191110108MACG2KBH8F20000","PropagateID":"19d00455-e2e2-837a-8000-00008a17c891","ReservedCode2":""}</vt:lpwstr>
  </property>
</Properties>
</file>